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heme/theme2.xml" ContentType="application/vnd.openxmlformats-officedocument.theme+xml"/>
  <Override PartName="/ppt/tags/tag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7"/>
  </p:notesMasterIdLst>
  <p:sldIdLst>
    <p:sldId id="259" r:id="rId2"/>
    <p:sldId id="260" r:id="rId3"/>
    <p:sldId id="263" r:id="rId4"/>
    <p:sldId id="261" r:id="rId5"/>
    <p:sldId id="264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27" autoAdjust="0"/>
  </p:normalViewPr>
  <p:slideViewPr>
    <p:cSldViewPr snapToGrid="0">
      <p:cViewPr varScale="1">
        <p:scale>
          <a:sx n="101" d="100"/>
          <a:sy n="101" d="100"/>
        </p:scale>
        <p:origin x="7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2384D-0127-47EB-B01E-D447B7272448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85EEA-3CC3-4AF5-91B4-6C07BCE2A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84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6.xml"/><Relationship Id="rId7" Type="http://schemas.openxmlformats.org/officeDocument/2006/relationships/image" Target="../media/image3.wmf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8.xml"/><Relationship Id="rId7" Type="http://schemas.openxmlformats.org/officeDocument/2006/relationships/image" Target="../media/image3.wmf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tags" Target="../tags/tag10.xml"/><Relationship Id="rId7" Type="http://schemas.openxmlformats.org/officeDocument/2006/relationships/image" Target="../media/image3.wmf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12.xml"/><Relationship Id="rId7" Type="http://schemas.openxmlformats.org/officeDocument/2006/relationships/image" Target="../media/image3.wmf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tags" Target="../tags/tag14.xml"/><Relationship Id="rId7" Type="http://schemas.openxmlformats.org/officeDocument/2006/relationships/image" Target="../media/image3.wmf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6.xml"/><Relationship Id="rId7" Type="http://schemas.openxmlformats.org/officeDocument/2006/relationships/image" Target="../media/image3.wmf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tags" Target="../tags/tag18.xml"/><Relationship Id="rId7" Type="http://schemas.openxmlformats.org/officeDocument/2006/relationships/image" Target="../media/image3.wmf"/><Relationship Id="rId2" Type="http://schemas.openxmlformats.org/officeDocument/2006/relationships/tags" Target="../tags/tag1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5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tags" Target="../tags/tag20.xml"/><Relationship Id="rId7" Type="http://schemas.openxmlformats.org/officeDocument/2006/relationships/image" Target="../media/image3.wmf"/><Relationship Id="rId2" Type="http://schemas.openxmlformats.org/officeDocument/2006/relationships/tags" Target="../tags/tag19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7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tags" Target="../tags/tag22.xml"/><Relationship Id="rId7" Type="http://schemas.openxmlformats.org/officeDocument/2006/relationships/image" Target="../media/image3.wmf"/><Relationship Id="rId2" Type="http://schemas.openxmlformats.org/officeDocument/2006/relationships/tags" Target="../tags/tag2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tags" Target="../tags/tag24.xml"/><Relationship Id="rId7" Type="http://schemas.openxmlformats.org/officeDocument/2006/relationships/image" Target="../media/image3.wmf"/><Relationship Id="rId2" Type="http://schemas.openxmlformats.org/officeDocument/2006/relationships/tags" Target="../tags/tag2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1.bin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tags" Target="../tags/tag26.xml"/><Relationship Id="rId7" Type="http://schemas.openxmlformats.org/officeDocument/2006/relationships/image" Target="../media/image3.wmf"/><Relationship Id="rId2" Type="http://schemas.openxmlformats.org/officeDocument/2006/relationships/tags" Target="../tags/tag25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tags" Target="../tags/tag28.xml"/><Relationship Id="rId7" Type="http://schemas.openxmlformats.org/officeDocument/2006/relationships/image" Target="../media/image3.wmf"/><Relationship Id="rId2" Type="http://schemas.openxmlformats.org/officeDocument/2006/relationships/tags" Target="../tags/tag2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5.bin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tags" Target="../tags/tag30.xml"/><Relationship Id="rId7" Type="http://schemas.openxmlformats.org/officeDocument/2006/relationships/image" Target="../media/image3.wmf"/><Relationship Id="rId2" Type="http://schemas.openxmlformats.org/officeDocument/2006/relationships/tags" Target="../tags/tag29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7.bin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tags" Target="../tags/tag32.xml"/><Relationship Id="rId7" Type="http://schemas.openxmlformats.org/officeDocument/2006/relationships/image" Target="../media/image3.wmf"/><Relationship Id="rId2" Type="http://schemas.openxmlformats.org/officeDocument/2006/relationships/tags" Target="../tags/tag3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tags" Target="../tags/tag34.xml"/><Relationship Id="rId7" Type="http://schemas.openxmlformats.org/officeDocument/2006/relationships/image" Target="../media/image3.wmf"/><Relationship Id="rId2" Type="http://schemas.openxmlformats.org/officeDocument/2006/relationships/tags" Target="../tags/tag3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1.bin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tags" Target="../tags/tag36.xml"/><Relationship Id="rId7" Type="http://schemas.openxmlformats.org/officeDocument/2006/relationships/image" Target="../media/image3.wmf"/><Relationship Id="rId2" Type="http://schemas.openxmlformats.org/officeDocument/2006/relationships/tags" Target="../tags/tag35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tags" Target="../tags/tag38.xml"/><Relationship Id="rId7" Type="http://schemas.openxmlformats.org/officeDocument/2006/relationships/image" Target="../media/image3.wmf"/><Relationship Id="rId2" Type="http://schemas.openxmlformats.org/officeDocument/2006/relationships/tags" Target="../tags/tag3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tags" Target="../tags/tag40.xml"/><Relationship Id="rId7" Type="http://schemas.openxmlformats.org/officeDocument/2006/relationships/image" Target="../media/image3.wmf"/><Relationship Id="rId2" Type="http://schemas.openxmlformats.org/officeDocument/2006/relationships/tags" Target="../tags/tag39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7.bin"/><Relationship Id="rId4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tags" Target="../tags/tag42.xml"/><Relationship Id="rId7" Type="http://schemas.openxmlformats.org/officeDocument/2006/relationships/image" Target="../media/image3.wmf"/><Relationship Id="rId2" Type="http://schemas.openxmlformats.org/officeDocument/2006/relationships/tags" Target="../tags/tag4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9.bin"/><Relationship Id="rId4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tags" Target="../tags/tag44.xml"/><Relationship Id="rId7" Type="http://schemas.openxmlformats.org/officeDocument/2006/relationships/image" Target="../media/image3.wmf"/><Relationship Id="rId2" Type="http://schemas.openxmlformats.org/officeDocument/2006/relationships/tags" Target="../tags/tag4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1.bin"/><Relationship Id="rId4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tags" Target="../tags/tag46.xml"/><Relationship Id="rId7" Type="http://schemas.openxmlformats.org/officeDocument/2006/relationships/image" Target="../media/image3.wmf"/><Relationship Id="rId2" Type="http://schemas.openxmlformats.org/officeDocument/2006/relationships/tags" Target="../tags/tag45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3.bin"/><Relationship Id="rId4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3" Type="http://schemas.openxmlformats.org/officeDocument/2006/relationships/tags" Target="../tags/tag48.xml"/><Relationship Id="rId7" Type="http://schemas.openxmlformats.org/officeDocument/2006/relationships/image" Target="../media/image3.wmf"/><Relationship Id="rId2" Type="http://schemas.openxmlformats.org/officeDocument/2006/relationships/tags" Target="../tags/tag4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5.bin"/><Relationship Id="rId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tags" Target="../tags/tag50.xml"/><Relationship Id="rId7" Type="http://schemas.openxmlformats.org/officeDocument/2006/relationships/image" Target="../media/image3.wmf"/><Relationship Id="rId2" Type="http://schemas.openxmlformats.org/officeDocument/2006/relationships/tags" Target="../tags/tag49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7.bin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tags" Target="../tags/tag52.xml"/><Relationship Id="rId7" Type="http://schemas.openxmlformats.org/officeDocument/2006/relationships/image" Target="../media/image3.wmf"/><Relationship Id="rId2" Type="http://schemas.openxmlformats.org/officeDocument/2006/relationships/tags" Target="../tags/tag51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9.bin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3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1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6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4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Слайд think-cell" r:id="rId4" imgW="270" imgH="270" progId="TCLayout.ActiveDocument.1">
                  <p:embed/>
                </p:oleObj>
              </mc:Choice>
              <mc:Fallback>
                <p:oleObj name="Слайд think-cell" r:id="rId4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387048"/>
            <a:ext cx="11282849" cy="2763861"/>
          </a:xfrm>
          <a:effectLst/>
        </p:spPr>
        <p:txBody>
          <a:bodyPr vert="horz" lIns="0" tIns="0" rIns="0" bIns="72000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4259508"/>
            <a:ext cx="8977207" cy="748373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600" b="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8" y="6164067"/>
            <a:ext cx="7026544" cy="458547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6242933"/>
            <a:ext cx="1472905" cy="278400"/>
          </a:xfrm>
          <a:prstGeom prst="rect">
            <a:avLst/>
          </a:prstGeom>
        </p:spPr>
      </p:pic>
      <p:sp>
        <p:nvSpPr>
          <p:cNvPr id="29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3381359"/>
            <a:ext cx="11235265" cy="647700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" name="Группа 2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2" name="Прямоугольник 31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4" name="Прямая соединительная линия 33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80" name="Группа 79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81" name="Прямоугольник 80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2" name="Прямоугольник 81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83" name="Прямоугольник 82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84" name="Прямоугольник 83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85" name="Прямоугольник 84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86" name="Прямоугольник 85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87" name="Прямоугольник 86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8" name="Прямоугольник 87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Прямоугольник 88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0" name="Прямоугольник 89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Прямоугольник 90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2" name="Прямоугольник 91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3" name="Прямоугольник 92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Прямоугольник 93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95" name="Прямоугольник 94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Прямоугольник 97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99" name="Прямоугольник 98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00" name="Прямоугольник 99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01" name="Прямоугольник 100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651329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Полилиния 28"/>
          <p:cNvSpPr>
            <a:spLocks noChangeAspect="1"/>
          </p:cNvSpPr>
          <p:nvPr/>
        </p:nvSpPr>
        <p:spPr bwMode="auto">
          <a:xfrm>
            <a:off x="5332800" y="0"/>
            <a:ext cx="6859200" cy="6859200"/>
          </a:xfrm>
          <a:custGeom>
            <a:avLst/>
            <a:gdLst>
              <a:gd name="connsiteX0" fmla="*/ 0 w 5132824"/>
              <a:gd name="connsiteY0" fmla="*/ 4399953 h 5144399"/>
              <a:gd name="connsiteX1" fmla="*/ 505180 w 5132824"/>
              <a:gd name="connsiteY1" fmla="*/ 4891013 h 5144399"/>
              <a:gd name="connsiteX2" fmla="*/ 0 w 5132824"/>
              <a:gd name="connsiteY2" fmla="*/ 5144399 h 5144399"/>
              <a:gd name="connsiteX3" fmla="*/ 0 w 5132824"/>
              <a:gd name="connsiteY3" fmla="*/ 3421556 h 5144399"/>
              <a:gd name="connsiteX4" fmla="*/ 1169120 w 5132824"/>
              <a:gd name="connsiteY4" fmla="*/ 4557997 h 5144399"/>
              <a:gd name="connsiteX5" fmla="*/ 811051 w 5132824"/>
              <a:gd name="connsiteY5" fmla="*/ 4737595 h 5144399"/>
              <a:gd name="connsiteX6" fmla="*/ 0 w 5132824"/>
              <a:gd name="connsiteY6" fmla="*/ 3943515 h 5144399"/>
              <a:gd name="connsiteX7" fmla="*/ 0 w 5132824"/>
              <a:gd name="connsiteY7" fmla="*/ 2443159 h 5144399"/>
              <a:gd name="connsiteX8" fmla="*/ 1833059 w 5132824"/>
              <a:gd name="connsiteY8" fmla="*/ 4224981 h 5144399"/>
              <a:gd name="connsiteX9" fmla="*/ 1476617 w 5132824"/>
              <a:gd name="connsiteY9" fmla="*/ 4403764 h 5144399"/>
              <a:gd name="connsiteX10" fmla="*/ 0 w 5132824"/>
              <a:gd name="connsiteY10" fmla="*/ 2958045 h 5144399"/>
              <a:gd name="connsiteX11" fmla="*/ 4116478 w 5132824"/>
              <a:gd name="connsiteY11" fmla="*/ 2061035 h 5144399"/>
              <a:gd name="connsiteX12" fmla="*/ 5132824 w 5132824"/>
              <a:gd name="connsiteY12" fmla="*/ 2569899 h 5144399"/>
              <a:gd name="connsiteX13" fmla="*/ 4804444 w 5132824"/>
              <a:gd name="connsiteY13" fmla="*/ 2734606 h 5144399"/>
              <a:gd name="connsiteX14" fmla="*/ 0 w 5132824"/>
              <a:gd name="connsiteY14" fmla="*/ 1464763 h 5144399"/>
              <a:gd name="connsiteX15" fmla="*/ 2496999 w 5132824"/>
              <a:gd name="connsiteY15" fmla="*/ 3891965 h 5144399"/>
              <a:gd name="connsiteX16" fmla="*/ 2142183 w 5132824"/>
              <a:gd name="connsiteY16" fmla="*/ 4069932 h 5144399"/>
              <a:gd name="connsiteX17" fmla="*/ 0 w 5132824"/>
              <a:gd name="connsiteY17" fmla="*/ 1972575 h 5144399"/>
              <a:gd name="connsiteX18" fmla="*/ 2056530 w 5132824"/>
              <a:gd name="connsiteY18" fmla="*/ 1029662 h 5144399"/>
              <a:gd name="connsiteX19" fmla="*/ 3119486 w 5132824"/>
              <a:gd name="connsiteY19" fmla="*/ 1561862 h 5144399"/>
              <a:gd name="connsiteX20" fmla="*/ 4488817 w 5132824"/>
              <a:gd name="connsiteY20" fmla="*/ 2892917 h 5144399"/>
              <a:gd name="connsiteX21" fmla="*/ 4138879 w 5132824"/>
              <a:gd name="connsiteY21" fmla="*/ 3068437 h 5144399"/>
              <a:gd name="connsiteX22" fmla="*/ 0 w 5132824"/>
              <a:gd name="connsiteY22" fmla="*/ 486366 h 5144399"/>
              <a:gd name="connsiteX23" fmla="*/ 3160939 w 5132824"/>
              <a:gd name="connsiteY23" fmla="*/ 3558949 h 5144399"/>
              <a:gd name="connsiteX24" fmla="*/ 2807748 w 5132824"/>
              <a:gd name="connsiteY24" fmla="*/ 3736100 h 5144399"/>
              <a:gd name="connsiteX25" fmla="*/ 0 w 5132824"/>
              <a:gd name="connsiteY25" fmla="*/ 987105 h 5144399"/>
              <a:gd name="connsiteX26" fmla="*/ 0 w 5132824"/>
              <a:gd name="connsiteY26" fmla="*/ 0 h 5144399"/>
              <a:gd name="connsiteX27" fmla="*/ 1043834 w 5132824"/>
              <a:gd name="connsiteY27" fmla="*/ 522626 h 5144399"/>
              <a:gd name="connsiteX28" fmla="*/ 3824878 w 5132824"/>
              <a:gd name="connsiteY28" fmla="*/ 3225933 h 5144399"/>
              <a:gd name="connsiteX29" fmla="*/ 3473314 w 5132824"/>
              <a:gd name="connsiteY29" fmla="*/ 3402269 h 5144399"/>
              <a:gd name="connsiteX30" fmla="*/ 0 w 5132824"/>
              <a:gd name="connsiteY30" fmla="*/ 1635 h 51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132824" h="5144399">
                <a:moveTo>
                  <a:pt x="0" y="4399953"/>
                </a:moveTo>
                <a:lnTo>
                  <a:pt x="505180" y="4891013"/>
                </a:lnTo>
                <a:lnTo>
                  <a:pt x="0" y="5144399"/>
                </a:lnTo>
                <a:close/>
                <a:moveTo>
                  <a:pt x="0" y="3421556"/>
                </a:moveTo>
                <a:lnTo>
                  <a:pt x="1169120" y="4557997"/>
                </a:lnTo>
                <a:lnTo>
                  <a:pt x="811051" y="4737595"/>
                </a:lnTo>
                <a:lnTo>
                  <a:pt x="0" y="3943515"/>
                </a:lnTo>
                <a:close/>
                <a:moveTo>
                  <a:pt x="0" y="2443159"/>
                </a:moveTo>
                <a:lnTo>
                  <a:pt x="1833059" y="4224981"/>
                </a:lnTo>
                <a:lnTo>
                  <a:pt x="1476617" y="4403764"/>
                </a:lnTo>
                <a:lnTo>
                  <a:pt x="0" y="2958045"/>
                </a:lnTo>
                <a:close/>
                <a:moveTo>
                  <a:pt x="4116478" y="2061035"/>
                </a:moveTo>
                <a:lnTo>
                  <a:pt x="5132824" y="2569899"/>
                </a:lnTo>
                <a:lnTo>
                  <a:pt x="4804444" y="2734606"/>
                </a:lnTo>
                <a:close/>
                <a:moveTo>
                  <a:pt x="0" y="1464763"/>
                </a:moveTo>
                <a:lnTo>
                  <a:pt x="2496999" y="3891965"/>
                </a:lnTo>
                <a:lnTo>
                  <a:pt x="2142183" y="4069932"/>
                </a:lnTo>
                <a:lnTo>
                  <a:pt x="0" y="1972575"/>
                </a:lnTo>
                <a:close/>
                <a:moveTo>
                  <a:pt x="2056530" y="1029662"/>
                </a:moveTo>
                <a:lnTo>
                  <a:pt x="3119486" y="1561862"/>
                </a:lnTo>
                <a:lnTo>
                  <a:pt x="4488817" y="2892917"/>
                </a:lnTo>
                <a:lnTo>
                  <a:pt x="4138879" y="3068437"/>
                </a:lnTo>
                <a:close/>
                <a:moveTo>
                  <a:pt x="0" y="486366"/>
                </a:moveTo>
                <a:lnTo>
                  <a:pt x="3160939" y="3558949"/>
                </a:lnTo>
                <a:lnTo>
                  <a:pt x="2807748" y="3736100"/>
                </a:lnTo>
                <a:lnTo>
                  <a:pt x="0" y="987105"/>
                </a:lnTo>
                <a:close/>
                <a:moveTo>
                  <a:pt x="0" y="0"/>
                </a:moveTo>
                <a:lnTo>
                  <a:pt x="1043834" y="522626"/>
                </a:lnTo>
                <a:lnTo>
                  <a:pt x="3824878" y="3225933"/>
                </a:lnTo>
                <a:lnTo>
                  <a:pt x="3473314" y="3402269"/>
                </a:lnTo>
                <a:lnTo>
                  <a:pt x="0" y="1635"/>
                </a:lnTo>
                <a:close/>
              </a:path>
            </a:pathLst>
          </a:cu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392386"/>
            <a:ext cx="11282849" cy="2758524"/>
          </a:xfrm>
          <a:effectLst/>
        </p:spPr>
        <p:txBody>
          <a:bodyPr vert="horz" lIns="0" tIns="0" rIns="0" bIns="72000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4259508"/>
            <a:ext cx="8977207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8" y="6164067"/>
            <a:ext cx="7026544" cy="458547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6242933"/>
            <a:ext cx="1472905" cy="278400"/>
          </a:xfrm>
          <a:prstGeom prst="rect">
            <a:avLst/>
          </a:prstGeom>
        </p:spPr>
      </p:pic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3381359"/>
            <a:ext cx="11235265" cy="647700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4" name="Группа 33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7" name="Прямоугольник 36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8" name="Прямая соединительная линия 37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9" name="Группа 38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0" name="Прямоугольник 39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Прямоугольник 40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Прямоугольник 57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Прямоугольник 58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2" name="Объект 61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2" name="Объект 6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Полилиния 62"/>
          <p:cNvSpPr>
            <a:spLocks noChangeAspect="1"/>
          </p:cNvSpPr>
          <p:nvPr userDrawn="1"/>
        </p:nvSpPr>
        <p:spPr bwMode="auto">
          <a:xfrm>
            <a:off x="5332800" y="0"/>
            <a:ext cx="6859200" cy="6859200"/>
          </a:xfrm>
          <a:custGeom>
            <a:avLst/>
            <a:gdLst>
              <a:gd name="connsiteX0" fmla="*/ 0 w 5132824"/>
              <a:gd name="connsiteY0" fmla="*/ 4399953 h 5144399"/>
              <a:gd name="connsiteX1" fmla="*/ 505180 w 5132824"/>
              <a:gd name="connsiteY1" fmla="*/ 4891013 h 5144399"/>
              <a:gd name="connsiteX2" fmla="*/ 0 w 5132824"/>
              <a:gd name="connsiteY2" fmla="*/ 5144399 h 5144399"/>
              <a:gd name="connsiteX3" fmla="*/ 0 w 5132824"/>
              <a:gd name="connsiteY3" fmla="*/ 3421556 h 5144399"/>
              <a:gd name="connsiteX4" fmla="*/ 1169120 w 5132824"/>
              <a:gd name="connsiteY4" fmla="*/ 4557997 h 5144399"/>
              <a:gd name="connsiteX5" fmla="*/ 811051 w 5132824"/>
              <a:gd name="connsiteY5" fmla="*/ 4737595 h 5144399"/>
              <a:gd name="connsiteX6" fmla="*/ 0 w 5132824"/>
              <a:gd name="connsiteY6" fmla="*/ 3943515 h 5144399"/>
              <a:gd name="connsiteX7" fmla="*/ 0 w 5132824"/>
              <a:gd name="connsiteY7" fmla="*/ 2443159 h 5144399"/>
              <a:gd name="connsiteX8" fmla="*/ 1833059 w 5132824"/>
              <a:gd name="connsiteY8" fmla="*/ 4224981 h 5144399"/>
              <a:gd name="connsiteX9" fmla="*/ 1476617 w 5132824"/>
              <a:gd name="connsiteY9" fmla="*/ 4403764 h 5144399"/>
              <a:gd name="connsiteX10" fmla="*/ 0 w 5132824"/>
              <a:gd name="connsiteY10" fmla="*/ 2958045 h 5144399"/>
              <a:gd name="connsiteX11" fmla="*/ 4116478 w 5132824"/>
              <a:gd name="connsiteY11" fmla="*/ 2061035 h 5144399"/>
              <a:gd name="connsiteX12" fmla="*/ 5132824 w 5132824"/>
              <a:gd name="connsiteY12" fmla="*/ 2569899 h 5144399"/>
              <a:gd name="connsiteX13" fmla="*/ 4804444 w 5132824"/>
              <a:gd name="connsiteY13" fmla="*/ 2734606 h 5144399"/>
              <a:gd name="connsiteX14" fmla="*/ 0 w 5132824"/>
              <a:gd name="connsiteY14" fmla="*/ 1464763 h 5144399"/>
              <a:gd name="connsiteX15" fmla="*/ 2496999 w 5132824"/>
              <a:gd name="connsiteY15" fmla="*/ 3891965 h 5144399"/>
              <a:gd name="connsiteX16" fmla="*/ 2142183 w 5132824"/>
              <a:gd name="connsiteY16" fmla="*/ 4069932 h 5144399"/>
              <a:gd name="connsiteX17" fmla="*/ 0 w 5132824"/>
              <a:gd name="connsiteY17" fmla="*/ 1972575 h 5144399"/>
              <a:gd name="connsiteX18" fmla="*/ 2056530 w 5132824"/>
              <a:gd name="connsiteY18" fmla="*/ 1029662 h 5144399"/>
              <a:gd name="connsiteX19" fmla="*/ 3119486 w 5132824"/>
              <a:gd name="connsiteY19" fmla="*/ 1561862 h 5144399"/>
              <a:gd name="connsiteX20" fmla="*/ 4488817 w 5132824"/>
              <a:gd name="connsiteY20" fmla="*/ 2892917 h 5144399"/>
              <a:gd name="connsiteX21" fmla="*/ 4138879 w 5132824"/>
              <a:gd name="connsiteY21" fmla="*/ 3068437 h 5144399"/>
              <a:gd name="connsiteX22" fmla="*/ 0 w 5132824"/>
              <a:gd name="connsiteY22" fmla="*/ 486366 h 5144399"/>
              <a:gd name="connsiteX23" fmla="*/ 3160939 w 5132824"/>
              <a:gd name="connsiteY23" fmla="*/ 3558949 h 5144399"/>
              <a:gd name="connsiteX24" fmla="*/ 2807748 w 5132824"/>
              <a:gd name="connsiteY24" fmla="*/ 3736100 h 5144399"/>
              <a:gd name="connsiteX25" fmla="*/ 0 w 5132824"/>
              <a:gd name="connsiteY25" fmla="*/ 987105 h 5144399"/>
              <a:gd name="connsiteX26" fmla="*/ 0 w 5132824"/>
              <a:gd name="connsiteY26" fmla="*/ 0 h 5144399"/>
              <a:gd name="connsiteX27" fmla="*/ 1043834 w 5132824"/>
              <a:gd name="connsiteY27" fmla="*/ 522626 h 5144399"/>
              <a:gd name="connsiteX28" fmla="*/ 3824878 w 5132824"/>
              <a:gd name="connsiteY28" fmla="*/ 3225933 h 5144399"/>
              <a:gd name="connsiteX29" fmla="*/ 3473314 w 5132824"/>
              <a:gd name="connsiteY29" fmla="*/ 3402269 h 5144399"/>
              <a:gd name="connsiteX30" fmla="*/ 0 w 5132824"/>
              <a:gd name="connsiteY30" fmla="*/ 1635 h 51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132824" h="5144399">
                <a:moveTo>
                  <a:pt x="0" y="4399953"/>
                </a:moveTo>
                <a:lnTo>
                  <a:pt x="505180" y="4891013"/>
                </a:lnTo>
                <a:lnTo>
                  <a:pt x="0" y="5144399"/>
                </a:lnTo>
                <a:close/>
                <a:moveTo>
                  <a:pt x="0" y="3421556"/>
                </a:moveTo>
                <a:lnTo>
                  <a:pt x="1169120" y="4557997"/>
                </a:lnTo>
                <a:lnTo>
                  <a:pt x="811051" y="4737595"/>
                </a:lnTo>
                <a:lnTo>
                  <a:pt x="0" y="3943515"/>
                </a:lnTo>
                <a:close/>
                <a:moveTo>
                  <a:pt x="0" y="2443159"/>
                </a:moveTo>
                <a:lnTo>
                  <a:pt x="1833059" y="4224981"/>
                </a:lnTo>
                <a:lnTo>
                  <a:pt x="1476617" y="4403764"/>
                </a:lnTo>
                <a:lnTo>
                  <a:pt x="0" y="2958045"/>
                </a:lnTo>
                <a:close/>
                <a:moveTo>
                  <a:pt x="4116478" y="2061035"/>
                </a:moveTo>
                <a:lnTo>
                  <a:pt x="5132824" y="2569899"/>
                </a:lnTo>
                <a:lnTo>
                  <a:pt x="4804444" y="2734606"/>
                </a:lnTo>
                <a:close/>
                <a:moveTo>
                  <a:pt x="0" y="1464763"/>
                </a:moveTo>
                <a:lnTo>
                  <a:pt x="2496999" y="3891965"/>
                </a:lnTo>
                <a:lnTo>
                  <a:pt x="2142183" y="4069932"/>
                </a:lnTo>
                <a:lnTo>
                  <a:pt x="0" y="1972575"/>
                </a:lnTo>
                <a:close/>
                <a:moveTo>
                  <a:pt x="2056530" y="1029662"/>
                </a:moveTo>
                <a:lnTo>
                  <a:pt x="3119486" y="1561862"/>
                </a:lnTo>
                <a:lnTo>
                  <a:pt x="4488817" y="2892917"/>
                </a:lnTo>
                <a:lnTo>
                  <a:pt x="4138879" y="3068437"/>
                </a:lnTo>
                <a:close/>
                <a:moveTo>
                  <a:pt x="0" y="486366"/>
                </a:moveTo>
                <a:lnTo>
                  <a:pt x="3160939" y="3558949"/>
                </a:lnTo>
                <a:lnTo>
                  <a:pt x="2807748" y="3736100"/>
                </a:lnTo>
                <a:lnTo>
                  <a:pt x="0" y="987105"/>
                </a:lnTo>
                <a:close/>
                <a:moveTo>
                  <a:pt x="0" y="0"/>
                </a:moveTo>
                <a:lnTo>
                  <a:pt x="1043834" y="522626"/>
                </a:lnTo>
                <a:lnTo>
                  <a:pt x="3824878" y="3225933"/>
                </a:lnTo>
                <a:lnTo>
                  <a:pt x="3473314" y="3402269"/>
                </a:lnTo>
                <a:lnTo>
                  <a:pt x="0" y="1635"/>
                </a:lnTo>
                <a:close/>
              </a:path>
            </a:pathLst>
          </a:cu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64" name="Picture 29"/>
          <p:cNvPicPr>
            <a:picLocks noChangeAspect="1"/>
          </p:cNvPicPr>
          <p:nvPr userDrawn="1"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6242933"/>
            <a:ext cx="1472905" cy="2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5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0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348343"/>
            <a:ext cx="11282849" cy="2802568"/>
          </a:xfrm>
          <a:effectLst/>
        </p:spPr>
        <p:txBody>
          <a:bodyPr vert="horz" lIns="0" tIns="0" rIns="0" bIns="72000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4259508"/>
            <a:ext cx="8977207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8" y="6164067"/>
            <a:ext cx="7026544" cy="458547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6242933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23094" y="627380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3381359"/>
            <a:ext cx="11235265" cy="647700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4" name="Группа 33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7" name="Прямоугольник 36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8" name="Прямая соединительная линия 37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9" name="Группа 38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0" name="Прямоугольник 39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Прямоугольник 40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Прямоугольник 57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Прямоугольник 58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2" name="Объект 61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2" name="Объект 6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6242933"/>
            <a:ext cx="1472905" cy="278400"/>
          </a:xfrm>
          <a:prstGeom prst="rect">
            <a:avLst/>
          </a:prstGeom>
        </p:spPr>
      </p:pic>
      <p:sp>
        <p:nvSpPr>
          <p:cNvPr id="64" name="TextBox 63"/>
          <p:cNvSpPr txBox="1"/>
          <p:nvPr userDrawn="1"/>
        </p:nvSpPr>
        <p:spPr>
          <a:xfrm>
            <a:off x="7823094" y="627380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1152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4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387048"/>
            <a:ext cx="11282849" cy="2763861"/>
          </a:xfrm>
          <a:effectLst/>
        </p:spPr>
        <p:txBody>
          <a:bodyPr vert="horz" lIns="0" tIns="0" rIns="0" bIns="72000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4259508"/>
            <a:ext cx="8977207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solidFill>
                  <a:schemeClr val="bg1"/>
                </a:solidFill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6164067"/>
            <a:ext cx="8977207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6242933"/>
            <a:ext cx="1472905" cy="278400"/>
          </a:xfrm>
          <a:prstGeom prst="rect">
            <a:avLst/>
          </a:prstGeom>
        </p:spPr>
      </p:pic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3381359"/>
            <a:ext cx="11235265" cy="647700"/>
          </a:xfrm>
        </p:spPr>
        <p:txBody>
          <a:bodyPr/>
          <a:lstStyle>
            <a:lvl1pPr>
              <a:defRPr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4" name="Группа 33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7" name="Прямоугольник 36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8" name="Прямая соединительная линия 37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9" name="Группа 38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0" name="Прямоугольник 39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Прямоугольник 40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Прямоугольник 57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Прямоугольник 58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2" name="Объект 61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5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2" name="Объект 6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6242933"/>
            <a:ext cx="1472905" cy="2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38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0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8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Полилиния 28"/>
          <p:cNvSpPr>
            <a:spLocks noChangeAspect="1"/>
          </p:cNvSpPr>
          <p:nvPr/>
        </p:nvSpPr>
        <p:spPr bwMode="auto">
          <a:xfrm>
            <a:off x="5332800" y="0"/>
            <a:ext cx="6859200" cy="6859200"/>
          </a:xfrm>
          <a:custGeom>
            <a:avLst/>
            <a:gdLst>
              <a:gd name="connsiteX0" fmla="*/ 0 w 5132824"/>
              <a:gd name="connsiteY0" fmla="*/ 4399953 h 5144399"/>
              <a:gd name="connsiteX1" fmla="*/ 505180 w 5132824"/>
              <a:gd name="connsiteY1" fmla="*/ 4891013 h 5144399"/>
              <a:gd name="connsiteX2" fmla="*/ 0 w 5132824"/>
              <a:gd name="connsiteY2" fmla="*/ 5144399 h 5144399"/>
              <a:gd name="connsiteX3" fmla="*/ 0 w 5132824"/>
              <a:gd name="connsiteY3" fmla="*/ 3421556 h 5144399"/>
              <a:gd name="connsiteX4" fmla="*/ 1169120 w 5132824"/>
              <a:gd name="connsiteY4" fmla="*/ 4557997 h 5144399"/>
              <a:gd name="connsiteX5" fmla="*/ 811051 w 5132824"/>
              <a:gd name="connsiteY5" fmla="*/ 4737595 h 5144399"/>
              <a:gd name="connsiteX6" fmla="*/ 0 w 5132824"/>
              <a:gd name="connsiteY6" fmla="*/ 3943515 h 5144399"/>
              <a:gd name="connsiteX7" fmla="*/ 0 w 5132824"/>
              <a:gd name="connsiteY7" fmla="*/ 2443159 h 5144399"/>
              <a:gd name="connsiteX8" fmla="*/ 1833059 w 5132824"/>
              <a:gd name="connsiteY8" fmla="*/ 4224981 h 5144399"/>
              <a:gd name="connsiteX9" fmla="*/ 1476617 w 5132824"/>
              <a:gd name="connsiteY9" fmla="*/ 4403764 h 5144399"/>
              <a:gd name="connsiteX10" fmla="*/ 0 w 5132824"/>
              <a:gd name="connsiteY10" fmla="*/ 2958045 h 5144399"/>
              <a:gd name="connsiteX11" fmla="*/ 4116478 w 5132824"/>
              <a:gd name="connsiteY11" fmla="*/ 2061035 h 5144399"/>
              <a:gd name="connsiteX12" fmla="*/ 5132824 w 5132824"/>
              <a:gd name="connsiteY12" fmla="*/ 2569899 h 5144399"/>
              <a:gd name="connsiteX13" fmla="*/ 4804444 w 5132824"/>
              <a:gd name="connsiteY13" fmla="*/ 2734606 h 5144399"/>
              <a:gd name="connsiteX14" fmla="*/ 0 w 5132824"/>
              <a:gd name="connsiteY14" fmla="*/ 1464763 h 5144399"/>
              <a:gd name="connsiteX15" fmla="*/ 2496999 w 5132824"/>
              <a:gd name="connsiteY15" fmla="*/ 3891965 h 5144399"/>
              <a:gd name="connsiteX16" fmla="*/ 2142183 w 5132824"/>
              <a:gd name="connsiteY16" fmla="*/ 4069932 h 5144399"/>
              <a:gd name="connsiteX17" fmla="*/ 0 w 5132824"/>
              <a:gd name="connsiteY17" fmla="*/ 1972575 h 5144399"/>
              <a:gd name="connsiteX18" fmla="*/ 2056530 w 5132824"/>
              <a:gd name="connsiteY18" fmla="*/ 1029662 h 5144399"/>
              <a:gd name="connsiteX19" fmla="*/ 3119486 w 5132824"/>
              <a:gd name="connsiteY19" fmla="*/ 1561862 h 5144399"/>
              <a:gd name="connsiteX20" fmla="*/ 4488817 w 5132824"/>
              <a:gd name="connsiteY20" fmla="*/ 2892917 h 5144399"/>
              <a:gd name="connsiteX21" fmla="*/ 4138879 w 5132824"/>
              <a:gd name="connsiteY21" fmla="*/ 3068437 h 5144399"/>
              <a:gd name="connsiteX22" fmla="*/ 0 w 5132824"/>
              <a:gd name="connsiteY22" fmla="*/ 486366 h 5144399"/>
              <a:gd name="connsiteX23" fmla="*/ 3160939 w 5132824"/>
              <a:gd name="connsiteY23" fmla="*/ 3558949 h 5144399"/>
              <a:gd name="connsiteX24" fmla="*/ 2807748 w 5132824"/>
              <a:gd name="connsiteY24" fmla="*/ 3736100 h 5144399"/>
              <a:gd name="connsiteX25" fmla="*/ 0 w 5132824"/>
              <a:gd name="connsiteY25" fmla="*/ 987105 h 5144399"/>
              <a:gd name="connsiteX26" fmla="*/ 0 w 5132824"/>
              <a:gd name="connsiteY26" fmla="*/ 0 h 5144399"/>
              <a:gd name="connsiteX27" fmla="*/ 1043834 w 5132824"/>
              <a:gd name="connsiteY27" fmla="*/ 522626 h 5144399"/>
              <a:gd name="connsiteX28" fmla="*/ 3824878 w 5132824"/>
              <a:gd name="connsiteY28" fmla="*/ 3225933 h 5144399"/>
              <a:gd name="connsiteX29" fmla="*/ 3473314 w 5132824"/>
              <a:gd name="connsiteY29" fmla="*/ 3402269 h 5144399"/>
              <a:gd name="connsiteX30" fmla="*/ 0 w 5132824"/>
              <a:gd name="connsiteY30" fmla="*/ 1635 h 51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132824" h="5144399">
                <a:moveTo>
                  <a:pt x="0" y="4399953"/>
                </a:moveTo>
                <a:lnTo>
                  <a:pt x="505180" y="4891013"/>
                </a:lnTo>
                <a:lnTo>
                  <a:pt x="0" y="5144399"/>
                </a:lnTo>
                <a:close/>
                <a:moveTo>
                  <a:pt x="0" y="3421556"/>
                </a:moveTo>
                <a:lnTo>
                  <a:pt x="1169120" y="4557997"/>
                </a:lnTo>
                <a:lnTo>
                  <a:pt x="811051" y="4737595"/>
                </a:lnTo>
                <a:lnTo>
                  <a:pt x="0" y="3943515"/>
                </a:lnTo>
                <a:close/>
                <a:moveTo>
                  <a:pt x="0" y="2443159"/>
                </a:moveTo>
                <a:lnTo>
                  <a:pt x="1833059" y="4224981"/>
                </a:lnTo>
                <a:lnTo>
                  <a:pt x="1476617" y="4403764"/>
                </a:lnTo>
                <a:lnTo>
                  <a:pt x="0" y="2958045"/>
                </a:lnTo>
                <a:close/>
                <a:moveTo>
                  <a:pt x="4116478" y="2061035"/>
                </a:moveTo>
                <a:lnTo>
                  <a:pt x="5132824" y="2569899"/>
                </a:lnTo>
                <a:lnTo>
                  <a:pt x="4804444" y="2734606"/>
                </a:lnTo>
                <a:close/>
                <a:moveTo>
                  <a:pt x="0" y="1464763"/>
                </a:moveTo>
                <a:lnTo>
                  <a:pt x="2496999" y="3891965"/>
                </a:lnTo>
                <a:lnTo>
                  <a:pt x="2142183" y="4069932"/>
                </a:lnTo>
                <a:lnTo>
                  <a:pt x="0" y="1972575"/>
                </a:lnTo>
                <a:close/>
                <a:moveTo>
                  <a:pt x="2056530" y="1029662"/>
                </a:moveTo>
                <a:lnTo>
                  <a:pt x="3119486" y="1561862"/>
                </a:lnTo>
                <a:lnTo>
                  <a:pt x="4488817" y="2892917"/>
                </a:lnTo>
                <a:lnTo>
                  <a:pt x="4138879" y="3068437"/>
                </a:lnTo>
                <a:close/>
                <a:moveTo>
                  <a:pt x="0" y="486366"/>
                </a:moveTo>
                <a:lnTo>
                  <a:pt x="3160939" y="3558949"/>
                </a:lnTo>
                <a:lnTo>
                  <a:pt x="2807748" y="3736100"/>
                </a:lnTo>
                <a:lnTo>
                  <a:pt x="0" y="987105"/>
                </a:lnTo>
                <a:close/>
                <a:moveTo>
                  <a:pt x="0" y="0"/>
                </a:moveTo>
                <a:lnTo>
                  <a:pt x="1043834" y="522626"/>
                </a:lnTo>
                <a:lnTo>
                  <a:pt x="3824878" y="3225933"/>
                </a:lnTo>
                <a:lnTo>
                  <a:pt x="3473314" y="3402269"/>
                </a:lnTo>
                <a:lnTo>
                  <a:pt x="0" y="1635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406400"/>
            <a:ext cx="11282849" cy="2744509"/>
          </a:xfrm>
          <a:effectLst/>
        </p:spPr>
        <p:txBody>
          <a:bodyPr vert="horz" lIns="0" tIns="0" rIns="0" bIns="72000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4259508"/>
            <a:ext cx="8977207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solidFill>
                  <a:schemeClr val="bg1"/>
                </a:solidFill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6164067"/>
            <a:ext cx="8977207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6242933"/>
            <a:ext cx="1472905" cy="278400"/>
          </a:xfrm>
          <a:prstGeom prst="rect">
            <a:avLst/>
          </a:prstGeom>
        </p:spPr>
      </p:pic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3381359"/>
            <a:ext cx="11235265" cy="647700"/>
          </a:xfrm>
        </p:spPr>
        <p:txBody>
          <a:bodyPr/>
          <a:lstStyle>
            <a:lvl1pPr marL="0" marR="0" indent="0" algn="l" defTabSz="12191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baseline="0">
                <a:solidFill>
                  <a:srgbClr val="FFFFFF"/>
                </a:solidFill>
              </a:defRPr>
            </a:lvl1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ru-RU" dirty="0" smtClean="0"/>
              <a:t>Подзаголовок (заполняется по необходимости)</a:t>
            </a:r>
          </a:p>
          <a:p>
            <a:pPr lvl="0"/>
            <a:endParaRPr lang="ru-RU" dirty="0" smtClean="0"/>
          </a:p>
        </p:txBody>
      </p:sp>
      <p:grpSp>
        <p:nvGrpSpPr>
          <p:cNvPr id="34" name="Группа 33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7" name="Прямоугольник 36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8" name="Прямая соединительная линия 37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9" name="Группа 38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0" name="Прямоугольник 39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Прямоугольник 40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Прямоугольник 57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Прямоугольник 58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2" name="Объект 61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9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2" name="Объект 6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Полилиния 62"/>
          <p:cNvSpPr>
            <a:spLocks noChangeAspect="1"/>
          </p:cNvSpPr>
          <p:nvPr userDrawn="1"/>
        </p:nvSpPr>
        <p:spPr bwMode="auto">
          <a:xfrm>
            <a:off x="5332800" y="0"/>
            <a:ext cx="6859200" cy="6859200"/>
          </a:xfrm>
          <a:custGeom>
            <a:avLst/>
            <a:gdLst>
              <a:gd name="connsiteX0" fmla="*/ 0 w 5132824"/>
              <a:gd name="connsiteY0" fmla="*/ 4399953 h 5144399"/>
              <a:gd name="connsiteX1" fmla="*/ 505180 w 5132824"/>
              <a:gd name="connsiteY1" fmla="*/ 4891013 h 5144399"/>
              <a:gd name="connsiteX2" fmla="*/ 0 w 5132824"/>
              <a:gd name="connsiteY2" fmla="*/ 5144399 h 5144399"/>
              <a:gd name="connsiteX3" fmla="*/ 0 w 5132824"/>
              <a:gd name="connsiteY3" fmla="*/ 3421556 h 5144399"/>
              <a:gd name="connsiteX4" fmla="*/ 1169120 w 5132824"/>
              <a:gd name="connsiteY4" fmla="*/ 4557997 h 5144399"/>
              <a:gd name="connsiteX5" fmla="*/ 811051 w 5132824"/>
              <a:gd name="connsiteY5" fmla="*/ 4737595 h 5144399"/>
              <a:gd name="connsiteX6" fmla="*/ 0 w 5132824"/>
              <a:gd name="connsiteY6" fmla="*/ 3943515 h 5144399"/>
              <a:gd name="connsiteX7" fmla="*/ 0 w 5132824"/>
              <a:gd name="connsiteY7" fmla="*/ 2443159 h 5144399"/>
              <a:gd name="connsiteX8" fmla="*/ 1833059 w 5132824"/>
              <a:gd name="connsiteY8" fmla="*/ 4224981 h 5144399"/>
              <a:gd name="connsiteX9" fmla="*/ 1476617 w 5132824"/>
              <a:gd name="connsiteY9" fmla="*/ 4403764 h 5144399"/>
              <a:gd name="connsiteX10" fmla="*/ 0 w 5132824"/>
              <a:gd name="connsiteY10" fmla="*/ 2958045 h 5144399"/>
              <a:gd name="connsiteX11" fmla="*/ 4116478 w 5132824"/>
              <a:gd name="connsiteY11" fmla="*/ 2061035 h 5144399"/>
              <a:gd name="connsiteX12" fmla="*/ 5132824 w 5132824"/>
              <a:gd name="connsiteY12" fmla="*/ 2569899 h 5144399"/>
              <a:gd name="connsiteX13" fmla="*/ 4804444 w 5132824"/>
              <a:gd name="connsiteY13" fmla="*/ 2734606 h 5144399"/>
              <a:gd name="connsiteX14" fmla="*/ 0 w 5132824"/>
              <a:gd name="connsiteY14" fmla="*/ 1464763 h 5144399"/>
              <a:gd name="connsiteX15" fmla="*/ 2496999 w 5132824"/>
              <a:gd name="connsiteY15" fmla="*/ 3891965 h 5144399"/>
              <a:gd name="connsiteX16" fmla="*/ 2142183 w 5132824"/>
              <a:gd name="connsiteY16" fmla="*/ 4069932 h 5144399"/>
              <a:gd name="connsiteX17" fmla="*/ 0 w 5132824"/>
              <a:gd name="connsiteY17" fmla="*/ 1972575 h 5144399"/>
              <a:gd name="connsiteX18" fmla="*/ 2056530 w 5132824"/>
              <a:gd name="connsiteY18" fmla="*/ 1029662 h 5144399"/>
              <a:gd name="connsiteX19" fmla="*/ 3119486 w 5132824"/>
              <a:gd name="connsiteY19" fmla="*/ 1561862 h 5144399"/>
              <a:gd name="connsiteX20" fmla="*/ 4488817 w 5132824"/>
              <a:gd name="connsiteY20" fmla="*/ 2892917 h 5144399"/>
              <a:gd name="connsiteX21" fmla="*/ 4138879 w 5132824"/>
              <a:gd name="connsiteY21" fmla="*/ 3068437 h 5144399"/>
              <a:gd name="connsiteX22" fmla="*/ 0 w 5132824"/>
              <a:gd name="connsiteY22" fmla="*/ 486366 h 5144399"/>
              <a:gd name="connsiteX23" fmla="*/ 3160939 w 5132824"/>
              <a:gd name="connsiteY23" fmla="*/ 3558949 h 5144399"/>
              <a:gd name="connsiteX24" fmla="*/ 2807748 w 5132824"/>
              <a:gd name="connsiteY24" fmla="*/ 3736100 h 5144399"/>
              <a:gd name="connsiteX25" fmla="*/ 0 w 5132824"/>
              <a:gd name="connsiteY25" fmla="*/ 987105 h 5144399"/>
              <a:gd name="connsiteX26" fmla="*/ 0 w 5132824"/>
              <a:gd name="connsiteY26" fmla="*/ 0 h 5144399"/>
              <a:gd name="connsiteX27" fmla="*/ 1043834 w 5132824"/>
              <a:gd name="connsiteY27" fmla="*/ 522626 h 5144399"/>
              <a:gd name="connsiteX28" fmla="*/ 3824878 w 5132824"/>
              <a:gd name="connsiteY28" fmla="*/ 3225933 h 5144399"/>
              <a:gd name="connsiteX29" fmla="*/ 3473314 w 5132824"/>
              <a:gd name="connsiteY29" fmla="*/ 3402269 h 5144399"/>
              <a:gd name="connsiteX30" fmla="*/ 0 w 5132824"/>
              <a:gd name="connsiteY30" fmla="*/ 1635 h 51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132824" h="5144399">
                <a:moveTo>
                  <a:pt x="0" y="4399953"/>
                </a:moveTo>
                <a:lnTo>
                  <a:pt x="505180" y="4891013"/>
                </a:lnTo>
                <a:lnTo>
                  <a:pt x="0" y="5144399"/>
                </a:lnTo>
                <a:close/>
                <a:moveTo>
                  <a:pt x="0" y="3421556"/>
                </a:moveTo>
                <a:lnTo>
                  <a:pt x="1169120" y="4557997"/>
                </a:lnTo>
                <a:lnTo>
                  <a:pt x="811051" y="4737595"/>
                </a:lnTo>
                <a:lnTo>
                  <a:pt x="0" y="3943515"/>
                </a:lnTo>
                <a:close/>
                <a:moveTo>
                  <a:pt x="0" y="2443159"/>
                </a:moveTo>
                <a:lnTo>
                  <a:pt x="1833059" y="4224981"/>
                </a:lnTo>
                <a:lnTo>
                  <a:pt x="1476617" y="4403764"/>
                </a:lnTo>
                <a:lnTo>
                  <a:pt x="0" y="2958045"/>
                </a:lnTo>
                <a:close/>
                <a:moveTo>
                  <a:pt x="4116478" y="2061035"/>
                </a:moveTo>
                <a:lnTo>
                  <a:pt x="5132824" y="2569899"/>
                </a:lnTo>
                <a:lnTo>
                  <a:pt x="4804444" y="2734606"/>
                </a:lnTo>
                <a:close/>
                <a:moveTo>
                  <a:pt x="0" y="1464763"/>
                </a:moveTo>
                <a:lnTo>
                  <a:pt x="2496999" y="3891965"/>
                </a:lnTo>
                <a:lnTo>
                  <a:pt x="2142183" y="4069932"/>
                </a:lnTo>
                <a:lnTo>
                  <a:pt x="0" y="1972575"/>
                </a:lnTo>
                <a:close/>
                <a:moveTo>
                  <a:pt x="2056530" y="1029662"/>
                </a:moveTo>
                <a:lnTo>
                  <a:pt x="3119486" y="1561862"/>
                </a:lnTo>
                <a:lnTo>
                  <a:pt x="4488817" y="2892917"/>
                </a:lnTo>
                <a:lnTo>
                  <a:pt x="4138879" y="3068437"/>
                </a:lnTo>
                <a:close/>
                <a:moveTo>
                  <a:pt x="0" y="486366"/>
                </a:moveTo>
                <a:lnTo>
                  <a:pt x="3160939" y="3558949"/>
                </a:lnTo>
                <a:lnTo>
                  <a:pt x="2807748" y="3736100"/>
                </a:lnTo>
                <a:lnTo>
                  <a:pt x="0" y="987105"/>
                </a:lnTo>
                <a:close/>
                <a:moveTo>
                  <a:pt x="0" y="0"/>
                </a:moveTo>
                <a:lnTo>
                  <a:pt x="1043834" y="522626"/>
                </a:lnTo>
                <a:lnTo>
                  <a:pt x="3824878" y="3225933"/>
                </a:lnTo>
                <a:lnTo>
                  <a:pt x="3473314" y="3402269"/>
                </a:lnTo>
                <a:lnTo>
                  <a:pt x="0" y="1635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64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6242933"/>
            <a:ext cx="1472905" cy="2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843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2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Прямоугольник 56"/>
          <p:cNvSpPr/>
          <p:nvPr/>
        </p:nvSpPr>
        <p:spPr bwMode="auto">
          <a:xfrm>
            <a:off x="8764800" y="3429000"/>
            <a:ext cx="34272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22657" y="387049"/>
            <a:ext cx="7878065" cy="1320945"/>
          </a:xfrm>
          <a:effectLst/>
        </p:spPr>
        <p:txBody>
          <a:bodyPr vert="horz" lIns="0" tIns="0" rIns="0" bIns="72000">
            <a:noAutofit/>
          </a:bodyPr>
          <a:lstStyle>
            <a:lvl1pPr>
              <a:lnSpc>
                <a:spcPct val="85000"/>
              </a:lnSpc>
              <a:defRPr lang="ru-RU" sz="5333" b="0" i="0" u="none" cap="none" spc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8" y="2610780"/>
            <a:ext cx="7822353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93" y="5736792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41105" y="6127459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/>
          </p:nvPr>
        </p:nvSpPr>
        <p:spPr>
          <a:xfrm>
            <a:off x="0" y="3430866"/>
            <a:ext cx="8748184" cy="3427135"/>
          </a:xfr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/>
          </a:p>
        </p:txBody>
      </p:sp>
      <p:grpSp>
        <p:nvGrpSpPr>
          <p:cNvPr id="60" name="Группа 59"/>
          <p:cNvGrpSpPr>
            <a:grpSpLocks noChangeAspect="1"/>
          </p:cNvGrpSpPr>
          <p:nvPr/>
        </p:nvGrpSpPr>
        <p:grpSpPr>
          <a:xfrm>
            <a:off x="8764800" y="0"/>
            <a:ext cx="3427200" cy="3429000"/>
            <a:chOff x="6573600" y="0"/>
            <a:chExt cx="2570400" cy="2571750"/>
          </a:xfrm>
        </p:grpSpPr>
        <p:sp>
          <p:nvSpPr>
            <p:cNvPr id="14" name="Прямоугольник 13"/>
            <p:cNvSpPr/>
            <p:nvPr/>
          </p:nvSpPr>
          <p:spPr bwMode="auto">
            <a:xfrm>
              <a:off x="6573600" y="0"/>
              <a:ext cx="2570400" cy="257175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8" name="Овал 57"/>
            <p:cNvSpPr/>
            <p:nvPr/>
          </p:nvSpPr>
          <p:spPr bwMode="auto">
            <a:xfrm>
              <a:off x="6782475" y="209550"/>
              <a:ext cx="2152650" cy="215265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6015192"/>
            <a:ext cx="3553884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1779706"/>
            <a:ext cx="7822353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9" name="Группа 38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40" name="Прямоугольник 39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1" name="Прямая соединительная линия 40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2" name="Группа 41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3" name="Прямоугольник 42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Прямоугольник 58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Прямоугольник 63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Прямоугольник 64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6" name="Прямоугольник 65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7" name="Прямоугольник 66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8" name="Объект 67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3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8" name="Объект 6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Прямоугольник 68"/>
          <p:cNvSpPr/>
          <p:nvPr userDrawn="1"/>
        </p:nvSpPr>
        <p:spPr bwMode="auto">
          <a:xfrm>
            <a:off x="8764800" y="3429000"/>
            <a:ext cx="34272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70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93" y="5736792"/>
            <a:ext cx="1472905" cy="278400"/>
          </a:xfrm>
          <a:prstGeom prst="rect">
            <a:avLst/>
          </a:prstGeom>
        </p:spPr>
      </p:pic>
      <p:sp>
        <p:nvSpPr>
          <p:cNvPr id="71" name="TextBox 70"/>
          <p:cNvSpPr txBox="1"/>
          <p:nvPr userDrawn="1"/>
        </p:nvSpPr>
        <p:spPr>
          <a:xfrm>
            <a:off x="9541105" y="6127459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grpSp>
        <p:nvGrpSpPr>
          <p:cNvPr id="72" name="Группа 71"/>
          <p:cNvGrpSpPr>
            <a:grpSpLocks noChangeAspect="1"/>
          </p:cNvGrpSpPr>
          <p:nvPr userDrawn="1"/>
        </p:nvGrpSpPr>
        <p:grpSpPr>
          <a:xfrm>
            <a:off x="8764800" y="0"/>
            <a:ext cx="3427200" cy="3429000"/>
            <a:chOff x="6573600" y="0"/>
            <a:chExt cx="2570400" cy="2571750"/>
          </a:xfrm>
        </p:grpSpPr>
        <p:sp>
          <p:nvSpPr>
            <p:cNvPr id="73" name="Прямоугольник 72"/>
            <p:cNvSpPr/>
            <p:nvPr userDrawn="1"/>
          </p:nvSpPr>
          <p:spPr bwMode="auto">
            <a:xfrm>
              <a:off x="6573600" y="0"/>
              <a:ext cx="2570400" cy="257175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4" name="Овал 73"/>
            <p:cNvSpPr/>
            <p:nvPr userDrawn="1"/>
          </p:nvSpPr>
          <p:spPr bwMode="auto">
            <a:xfrm>
              <a:off x="6782475" y="209550"/>
              <a:ext cx="2152650" cy="215265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5387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Прямоугольник 56"/>
          <p:cNvSpPr/>
          <p:nvPr/>
        </p:nvSpPr>
        <p:spPr bwMode="auto">
          <a:xfrm>
            <a:off x="8764800" y="3429000"/>
            <a:ext cx="34272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5" y="387049"/>
            <a:ext cx="7869937" cy="1320945"/>
          </a:xfrm>
          <a:effectLst/>
        </p:spPr>
        <p:txBody>
          <a:bodyPr vert="horz" lIns="0" tIns="0" rIns="0" bIns="72000">
            <a:noAutofit/>
          </a:bodyPr>
          <a:lstStyle>
            <a:lvl1pPr>
              <a:lnSpc>
                <a:spcPct val="85000"/>
              </a:lnSpc>
              <a:defRPr lang="ru-RU" sz="5333" b="0" i="0" u="none" cap="none" spc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8" y="2610780"/>
            <a:ext cx="7822353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6015192"/>
            <a:ext cx="3553884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93" y="5736792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41105" y="6127459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/>
          </p:nvPr>
        </p:nvSpPr>
        <p:spPr>
          <a:xfrm>
            <a:off x="0" y="3430866"/>
            <a:ext cx="8764797" cy="3427135"/>
          </a:xfr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/>
          </a:p>
        </p:txBody>
      </p:sp>
      <p:grpSp>
        <p:nvGrpSpPr>
          <p:cNvPr id="4" name="Группа 3"/>
          <p:cNvGrpSpPr>
            <a:grpSpLocks noChangeAspect="1"/>
          </p:cNvGrpSpPr>
          <p:nvPr/>
        </p:nvGrpSpPr>
        <p:grpSpPr>
          <a:xfrm>
            <a:off x="8764800" y="0"/>
            <a:ext cx="3427200" cy="3429000"/>
            <a:chOff x="6573600" y="0"/>
            <a:chExt cx="2570400" cy="2571750"/>
          </a:xfrm>
        </p:grpSpPr>
        <p:sp>
          <p:nvSpPr>
            <p:cNvPr id="14" name="Прямоугольник 13"/>
            <p:cNvSpPr/>
            <p:nvPr/>
          </p:nvSpPr>
          <p:spPr bwMode="auto">
            <a:xfrm>
              <a:off x="6573600" y="0"/>
              <a:ext cx="2570400" cy="257175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9" name="Полилиния 58"/>
            <p:cNvSpPr>
              <a:spLocks/>
            </p:cNvSpPr>
            <p:nvPr/>
          </p:nvSpPr>
          <p:spPr bwMode="auto">
            <a:xfrm>
              <a:off x="6573600" y="0"/>
              <a:ext cx="2570400" cy="2570400"/>
            </a:xfrm>
            <a:custGeom>
              <a:avLst/>
              <a:gdLst>
                <a:gd name="connsiteX0" fmla="*/ 0 w 5132824"/>
                <a:gd name="connsiteY0" fmla="*/ 4399953 h 5144399"/>
                <a:gd name="connsiteX1" fmla="*/ 505180 w 5132824"/>
                <a:gd name="connsiteY1" fmla="*/ 4891013 h 5144399"/>
                <a:gd name="connsiteX2" fmla="*/ 0 w 5132824"/>
                <a:gd name="connsiteY2" fmla="*/ 5144399 h 5144399"/>
                <a:gd name="connsiteX3" fmla="*/ 0 w 5132824"/>
                <a:gd name="connsiteY3" fmla="*/ 3421556 h 5144399"/>
                <a:gd name="connsiteX4" fmla="*/ 1169120 w 5132824"/>
                <a:gd name="connsiteY4" fmla="*/ 4557997 h 5144399"/>
                <a:gd name="connsiteX5" fmla="*/ 811051 w 5132824"/>
                <a:gd name="connsiteY5" fmla="*/ 4737595 h 5144399"/>
                <a:gd name="connsiteX6" fmla="*/ 0 w 5132824"/>
                <a:gd name="connsiteY6" fmla="*/ 3943515 h 5144399"/>
                <a:gd name="connsiteX7" fmla="*/ 0 w 5132824"/>
                <a:gd name="connsiteY7" fmla="*/ 2443159 h 5144399"/>
                <a:gd name="connsiteX8" fmla="*/ 1833059 w 5132824"/>
                <a:gd name="connsiteY8" fmla="*/ 4224981 h 5144399"/>
                <a:gd name="connsiteX9" fmla="*/ 1476617 w 5132824"/>
                <a:gd name="connsiteY9" fmla="*/ 4403764 h 5144399"/>
                <a:gd name="connsiteX10" fmla="*/ 0 w 5132824"/>
                <a:gd name="connsiteY10" fmla="*/ 2958045 h 5144399"/>
                <a:gd name="connsiteX11" fmla="*/ 4116478 w 5132824"/>
                <a:gd name="connsiteY11" fmla="*/ 2061035 h 5144399"/>
                <a:gd name="connsiteX12" fmla="*/ 5132824 w 5132824"/>
                <a:gd name="connsiteY12" fmla="*/ 2569899 h 5144399"/>
                <a:gd name="connsiteX13" fmla="*/ 4804444 w 5132824"/>
                <a:gd name="connsiteY13" fmla="*/ 2734606 h 5144399"/>
                <a:gd name="connsiteX14" fmla="*/ 0 w 5132824"/>
                <a:gd name="connsiteY14" fmla="*/ 1464763 h 5144399"/>
                <a:gd name="connsiteX15" fmla="*/ 2496999 w 5132824"/>
                <a:gd name="connsiteY15" fmla="*/ 3891965 h 5144399"/>
                <a:gd name="connsiteX16" fmla="*/ 2142183 w 5132824"/>
                <a:gd name="connsiteY16" fmla="*/ 4069932 h 5144399"/>
                <a:gd name="connsiteX17" fmla="*/ 0 w 5132824"/>
                <a:gd name="connsiteY17" fmla="*/ 1972575 h 5144399"/>
                <a:gd name="connsiteX18" fmla="*/ 2056530 w 5132824"/>
                <a:gd name="connsiteY18" fmla="*/ 1029662 h 5144399"/>
                <a:gd name="connsiteX19" fmla="*/ 3119486 w 5132824"/>
                <a:gd name="connsiteY19" fmla="*/ 1561862 h 5144399"/>
                <a:gd name="connsiteX20" fmla="*/ 4488817 w 5132824"/>
                <a:gd name="connsiteY20" fmla="*/ 2892917 h 5144399"/>
                <a:gd name="connsiteX21" fmla="*/ 4138879 w 5132824"/>
                <a:gd name="connsiteY21" fmla="*/ 3068437 h 5144399"/>
                <a:gd name="connsiteX22" fmla="*/ 0 w 5132824"/>
                <a:gd name="connsiteY22" fmla="*/ 486366 h 5144399"/>
                <a:gd name="connsiteX23" fmla="*/ 3160939 w 5132824"/>
                <a:gd name="connsiteY23" fmla="*/ 3558949 h 5144399"/>
                <a:gd name="connsiteX24" fmla="*/ 2807748 w 5132824"/>
                <a:gd name="connsiteY24" fmla="*/ 3736100 h 5144399"/>
                <a:gd name="connsiteX25" fmla="*/ 0 w 5132824"/>
                <a:gd name="connsiteY25" fmla="*/ 987105 h 5144399"/>
                <a:gd name="connsiteX26" fmla="*/ 0 w 5132824"/>
                <a:gd name="connsiteY26" fmla="*/ 0 h 5144399"/>
                <a:gd name="connsiteX27" fmla="*/ 1043834 w 5132824"/>
                <a:gd name="connsiteY27" fmla="*/ 522626 h 5144399"/>
                <a:gd name="connsiteX28" fmla="*/ 3824878 w 5132824"/>
                <a:gd name="connsiteY28" fmla="*/ 3225933 h 5144399"/>
                <a:gd name="connsiteX29" fmla="*/ 3473314 w 5132824"/>
                <a:gd name="connsiteY29" fmla="*/ 3402269 h 5144399"/>
                <a:gd name="connsiteX30" fmla="*/ 0 w 5132824"/>
                <a:gd name="connsiteY30" fmla="*/ 1635 h 514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132824" h="5144399">
                  <a:moveTo>
                    <a:pt x="0" y="4399953"/>
                  </a:moveTo>
                  <a:lnTo>
                    <a:pt x="505180" y="4891013"/>
                  </a:lnTo>
                  <a:lnTo>
                    <a:pt x="0" y="5144399"/>
                  </a:lnTo>
                  <a:close/>
                  <a:moveTo>
                    <a:pt x="0" y="3421556"/>
                  </a:moveTo>
                  <a:lnTo>
                    <a:pt x="1169120" y="4557997"/>
                  </a:lnTo>
                  <a:lnTo>
                    <a:pt x="811051" y="4737595"/>
                  </a:lnTo>
                  <a:lnTo>
                    <a:pt x="0" y="3943515"/>
                  </a:lnTo>
                  <a:close/>
                  <a:moveTo>
                    <a:pt x="0" y="2443159"/>
                  </a:moveTo>
                  <a:lnTo>
                    <a:pt x="1833059" y="4224981"/>
                  </a:lnTo>
                  <a:lnTo>
                    <a:pt x="1476617" y="4403764"/>
                  </a:lnTo>
                  <a:lnTo>
                    <a:pt x="0" y="2958045"/>
                  </a:lnTo>
                  <a:close/>
                  <a:moveTo>
                    <a:pt x="4116478" y="2061035"/>
                  </a:moveTo>
                  <a:lnTo>
                    <a:pt x="5132824" y="2569899"/>
                  </a:lnTo>
                  <a:lnTo>
                    <a:pt x="4804444" y="2734606"/>
                  </a:lnTo>
                  <a:close/>
                  <a:moveTo>
                    <a:pt x="0" y="1464763"/>
                  </a:moveTo>
                  <a:lnTo>
                    <a:pt x="2496999" y="3891965"/>
                  </a:lnTo>
                  <a:lnTo>
                    <a:pt x="2142183" y="4069932"/>
                  </a:lnTo>
                  <a:lnTo>
                    <a:pt x="0" y="1972575"/>
                  </a:lnTo>
                  <a:close/>
                  <a:moveTo>
                    <a:pt x="2056530" y="1029662"/>
                  </a:moveTo>
                  <a:lnTo>
                    <a:pt x="3119486" y="1561862"/>
                  </a:lnTo>
                  <a:lnTo>
                    <a:pt x="4488817" y="2892917"/>
                  </a:lnTo>
                  <a:lnTo>
                    <a:pt x="4138879" y="3068437"/>
                  </a:lnTo>
                  <a:close/>
                  <a:moveTo>
                    <a:pt x="0" y="486366"/>
                  </a:moveTo>
                  <a:lnTo>
                    <a:pt x="3160939" y="3558949"/>
                  </a:lnTo>
                  <a:lnTo>
                    <a:pt x="2807748" y="3736100"/>
                  </a:lnTo>
                  <a:lnTo>
                    <a:pt x="0" y="987105"/>
                  </a:lnTo>
                  <a:close/>
                  <a:moveTo>
                    <a:pt x="0" y="0"/>
                  </a:moveTo>
                  <a:lnTo>
                    <a:pt x="1043834" y="522626"/>
                  </a:lnTo>
                  <a:lnTo>
                    <a:pt x="3824878" y="3225933"/>
                  </a:lnTo>
                  <a:lnTo>
                    <a:pt x="3473314" y="3402269"/>
                  </a:lnTo>
                  <a:lnTo>
                    <a:pt x="0" y="1635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1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1779706"/>
            <a:ext cx="7822353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9" name="Группа 38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40" name="Прямоугольник 39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1" name="Прямая соединительная линия 40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2" name="Группа 41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3" name="Прямоугольник 42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Прямоугольник 57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Прямоугольник 63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Прямоугольник 64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6" name="Прямоугольник 65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7" name="Объект 66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7" name="Объект 6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Прямоугольник 67"/>
          <p:cNvSpPr/>
          <p:nvPr userDrawn="1"/>
        </p:nvSpPr>
        <p:spPr bwMode="auto">
          <a:xfrm>
            <a:off x="8764800" y="3429000"/>
            <a:ext cx="34272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9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93" y="5736792"/>
            <a:ext cx="1472905" cy="278400"/>
          </a:xfrm>
          <a:prstGeom prst="rect">
            <a:avLst/>
          </a:prstGeom>
        </p:spPr>
      </p:pic>
      <p:sp>
        <p:nvSpPr>
          <p:cNvPr id="70" name="TextBox 69"/>
          <p:cNvSpPr txBox="1"/>
          <p:nvPr userDrawn="1"/>
        </p:nvSpPr>
        <p:spPr>
          <a:xfrm>
            <a:off x="9541105" y="6127459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grpSp>
        <p:nvGrpSpPr>
          <p:cNvPr id="71" name="Группа 70"/>
          <p:cNvGrpSpPr>
            <a:grpSpLocks noChangeAspect="1"/>
          </p:cNvGrpSpPr>
          <p:nvPr userDrawn="1"/>
        </p:nvGrpSpPr>
        <p:grpSpPr>
          <a:xfrm>
            <a:off x="8764800" y="0"/>
            <a:ext cx="3427200" cy="3429000"/>
            <a:chOff x="6573600" y="0"/>
            <a:chExt cx="2570400" cy="2571750"/>
          </a:xfrm>
        </p:grpSpPr>
        <p:sp>
          <p:nvSpPr>
            <p:cNvPr id="72" name="Прямоугольник 71"/>
            <p:cNvSpPr/>
            <p:nvPr userDrawn="1"/>
          </p:nvSpPr>
          <p:spPr bwMode="auto">
            <a:xfrm>
              <a:off x="6573600" y="0"/>
              <a:ext cx="2570400" cy="257175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3" name="Полилиния 72"/>
            <p:cNvSpPr>
              <a:spLocks/>
            </p:cNvSpPr>
            <p:nvPr userDrawn="1"/>
          </p:nvSpPr>
          <p:spPr bwMode="auto">
            <a:xfrm>
              <a:off x="6573600" y="0"/>
              <a:ext cx="2570400" cy="2570400"/>
            </a:xfrm>
            <a:custGeom>
              <a:avLst/>
              <a:gdLst>
                <a:gd name="connsiteX0" fmla="*/ 0 w 5132824"/>
                <a:gd name="connsiteY0" fmla="*/ 4399953 h 5144399"/>
                <a:gd name="connsiteX1" fmla="*/ 505180 w 5132824"/>
                <a:gd name="connsiteY1" fmla="*/ 4891013 h 5144399"/>
                <a:gd name="connsiteX2" fmla="*/ 0 w 5132824"/>
                <a:gd name="connsiteY2" fmla="*/ 5144399 h 5144399"/>
                <a:gd name="connsiteX3" fmla="*/ 0 w 5132824"/>
                <a:gd name="connsiteY3" fmla="*/ 3421556 h 5144399"/>
                <a:gd name="connsiteX4" fmla="*/ 1169120 w 5132824"/>
                <a:gd name="connsiteY4" fmla="*/ 4557997 h 5144399"/>
                <a:gd name="connsiteX5" fmla="*/ 811051 w 5132824"/>
                <a:gd name="connsiteY5" fmla="*/ 4737595 h 5144399"/>
                <a:gd name="connsiteX6" fmla="*/ 0 w 5132824"/>
                <a:gd name="connsiteY6" fmla="*/ 3943515 h 5144399"/>
                <a:gd name="connsiteX7" fmla="*/ 0 w 5132824"/>
                <a:gd name="connsiteY7" fmla="*/ 2443159 h 5144399"/>
                <a:gd name="connsiteX8" fmla="*/ 1833059 w 5132824"/>
                <a:gd name="connsiteY8" fmla="*/ 4224981 h 5144399"/>
                <a:gd name="connsiteX9" fmla="*/ 1476617 w 5132824"/>
                <a:gd name="connsiteY9" fmla="*/ 4403764 h 5144399"/>
                <a:gd name="connsiteX10" fmla="*/ 0 w 5132824"/>
                <a:gd name="connsiteY10" fmla="*/ 2958045 h 5144399"/>
                <a:gd name="connsiteX11" fmla="*/ 4116478 w 5132824"/>
                <a:gd name="connsiteY11" fmla="*/ 2061035 h 5144399"/>
                <a:gd name="connsiteX12" fmla="*/ 5132824 w 5132824"/>
                <a:gd name="connsiteY12" fmla="*/ 2569899 h 5144399"/>
                <a:gd name="connsiteX13" fmla="*/ 4804444 w 5132824"/>
                <a:gd name="connsiteY13" fmla="*/ 2734606 h 5144399"/>
                <a:gd name="connsiteX14" fmla="*/ 0 w 5132824"/>
                <a:gd name="connsiteY14" fmla="*/ 1464763 h 5144399"/>
                <a:gd name="connsiteX15" fmla="*/ 2496999 w 5132824"/>
                <a:gd name="connsiteY15" fmla="*/ 3891965 h 5144399"/>
                <a:gd name="connsiteX16" fmla="*/ 2142183 w 5132824"/>
                <a:gd name="connsiteY16" fmla="*/ 4069932 h 5144399"/>
                <a:gd name="connsiteX17" fmla="*/ 0 w 5132824"/>
                <a:gd name="connsiteY17" fmla="*/ 1972575 h 5144399"/>
                <a:gd name="connsiteX18" fmla="*/ 2056530 w 5132824"/>
                <a:gd name="connsiteY18" fmla="*/ 1029662 h 5144399"/>
                <a:gd name="connsiteX19" fmla="*/ 3119486 w 5132824"/>
                <a:gd name="connsiteY19" fmla="*/ 1561862 h 5144399"/>
                <a:gd name="connsiteX20" fmla="*/ 4488817 w 5132824"/>
                <a:gd name="connsiteY20" fmla="*/ 2892917 h 5144399"/>
                <a:gd name="connsiteX21" fmla="*/ 4138879 w 5132824"/>
                <a:gd name="connsiteY21" fmla="*/ 3068437 h 5144399"/>
                <a:gd name="connsiteX22" fmla="*/ 0 w 5132824"/>
                <a:gd name="connsiteY22" fmla="*/ 486366 h 5144399"/>
                <a:gd name="connsiteX23" fmla="*/ 3160939 w 5132824"/>
                <a:gd name="connsiteY23" fmla="*/ 3558949 h 5144399"/>
                <a:gd name="connsiteX24" fmla="*/ 2807748 w 5132824"/>
                <a:gd name="connsiteY24" fmla="*/ 3736100 h 5144399"/>
                <a:gd name="connsiteX25" fmla="*/ 0 w 5132824"/>
                <a:gd name="connsiteY25" fmla="*/ 987105 h 5144399"/>
                <a:gd name="connsiteX26" fmla="*/ 0 w 5132824"/>
                <a:gd name="connsiteY26" fmla="*/ 0 h 5144399"/>
                <a:gd name="connsiteX27" fmla="*/ 1043834 w 5132824"/>
                <a:gd name="connsiteY27" fmla="*/ 522626 h 5144399"/>
                <a:gd name="connsiteX28" fmla="*/ 3824878 w 5132824"/>
                <a:gd name="connsiteY28" fmla="*/ 3225933 h 5144399"/>
                <a:gd name="connsiteX29" fmla="*/ 3473314 w 5132824"/>
                <a:gd name="connsiteY29" fmla="*/ 3402269 h 5144399"/>
                <a:gd name="connsiteX30" fmla="*/ 0 w 5132824"/>
                <a:gd name="connsiteY30" fmla="*/ 1635 h 514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132824" h="5144399">
                  <a:moveTo>
                    <a:pt x="0" y="4399953"/>
                  </a:moveTo>
                  <a:lnTo>
                    <a:pt x="505180" y="4891013"/>
                  </a:lnTo>
                  <a:lnTo>
                    <a:pt x="0" y="5144399"/>
                  </a:lnTo>
                  <a:close/>
                  <a:moveTo>
                    <a:pt x="0" y="3421556"/>
                  </a:moveTo>
                  <a:lnTo>
                    <a:pt x="1169120" y="4557997"/>
                  </a:lnTo>
                  <a:lnTo>
                    <a:pt x="811051" y="4737595"/>
                  </a:lnTo>
                  <a:lnTo>
                    <a:pt x="0" y="3943515"/>
                  </a:lnTo>
                  <a:close/>
                  <a:moveTo>
                    <a:pt x="0" y="2443159"/>
                  </a:moveTo>
                  <a:lnTo>
                    <a:pt x="1833059" y="4224981"/>
                  </a:lnTo>
                  <a:lnTo>
                    <a:pt x="1476617" y="4403764"/>
                  </a:lnTo>
                  <a:lnTo>
                    <a:pt x="0" y="2958045"/>
                  </a:lnTo>
                  <a:close/>
                  <a:moveTo>
                    <a:pt x="4116478" y="2061035"/>
                  </a:moveTo>
                  <a:lnTo>
                    <a:pt x="5132824" y="2569899"/>
                  </a:lnTo>
                  <a:lnTo>
                    <a:pt x="4804444" y="2734606"/>
                  </a:lnTo>
                  <a:close/>
                  <a:moveTo>
                    <a:pt x="0" y="1464763"/>
                  </a:moveTo>
                  <a:lnTo>
                    <a:pt x="2496999" y="3891965"/>
                  </a:lnTo>
                  <a:lnTo>
                    <a:pt x="2142183" y="4069932"/>
                  </a:lnTo>
                  <a:lnTo>
                    <a:pt x="0" y="1972575"/>
                  </a:lnTo>
                  <a:close/>
                  <a:moveTo>
                    <a:pt x="2056530" y="1029662"/>
                  </a:moveTo>
                  <a:lnTo>
                    <a:pt x="3119486" y="1561862"/>
                  </a:lnTo>
                  <a:lnTo>
                    <a:pt x="4488817" y="2892917"/>
                  </a:lnTo>
                  <a:lnTo>
                    <a:pt x="4138879" y="3068437"/>
                  </a:lnTo>
                  <a:close/>
                  <a:moveTo>
                    <a:pt x="0" y="486366"/>
                  </a:moveTo>
                  <a:lnTo>
                    <a:pt x="3160939" y="3558949"/>
                  </a:lnTo>
                  <a:lnTo>
                    <a:pt x="2807748" y="3736100"/>
                  </a:lnTo>
                  <a:lnTo>
                    <a:pt x="0" y="987105"/>
                  </a:lnTo>
                  <a:close/>
                  <a:moveTo>
                    <a:pt x="0" y="0"/>
                  </a:moveTo>
                  <a:lnTo>
                    <a:pt x="1043834" y="522626"/>
                  </a:lnTo>
                  <a:lnTo>
                    <a:pt x="3824878" y="3225933"/>
                  </a:lnTo>
                  <a:lnTo>
                    <a:pt x="3473314" y="3402269"/>
                  </a:lnTo>
                  <a:lnTo>
                    <a:pt x="0" y="1635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1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64758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0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0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Прямоугольник 56"/>
          <p:cNvSpPr/>
          <p:nvPr/>
        </p:nvSpPr>
        <p:spPr bwMode="auto">
          <a:xfrm>
            <a:off x="8764800" y="3429000"/>
            <a:ext cx="34272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5" y="387049"/>
            <a:ext cx="7869937" cy="1320945"/>
          </a:xfrm>
          <a:effectLst/>
        </p:spPr>
        <p:txBody>
          <a:bodyPr vert="horz" lIns="0" tIns="0" rIns="0" bIns="72000">
            <a:noAutofit/>
          </a:bodyPr>
          <a:lstStyle>
            <a:lvl1pPr>
              <a:lnSpc>
                <a:spcPct val="85000"/>
              </a:lnSpc>
              <a:defRPr lang="ru-RU" sz="5333" b="0" i="0" u="none" cap="none" spc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8" y="2610780"/>
            <a:ext cx="7822353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6015192"/>
            <a:ext cx="3553884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93" y="5736792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41105" y="6127459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/>
          </p:nvPr>
        </p:nvSpPr>
        <p:spPr>
          <a:xfrm>
            <a:off x="0" y="3430866"/>
            <a:ext cx="8764797" cy="3427135"/>
          </a:xfr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/>
          </a:p>
        </p:txBody>
      </p:sp>
      <p:grpSp>
        <p:nvGrpSpPr>
          <p:cNvPr id="2" name="Группа 1"/>
          <p:cNvGrpSpPr>
            <a:grpSpLocks noChangeAspect="1"/>
          </p:cNvGrpSpPr>
          <p:nvPr/>
        </p:nvGrpSpPr>
        <p:grpSpPr>
          <a:xfrm>
            <a:off x="8764800" y="0"/>
            <a:ext cx="3427200" cy="3429000"/>
            <a:chOff x="6573600" y="0"/>
            <a:chExt cx="2570400" cy="2571750"/>
          </a:xfrm>
        </p:grpSpPr>
        <p:sp>
          <p:nvSpPr>
            <p:cNvPr id="14" name="Прямоугольник 13"/>
            <p:cNvSpPr/>
            <p:nvPr/>
          </p:nvSpPr>
          <p:spPr bwMode="auto">
            <a:xfrm>
              <a:off x="6573600" y="0"/>
              <a:ext cx="2570400" cy="257175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6" name="Прямоугольник 55"/>
            <p:cNvSpPr/>
            <p:nvPr/>
          </p:nvSpPr>
          <p:spPr bwMode="auto">
            <a:xfrm>
              <a:off x="7858800" y="0"/>
              <a:ext cx="1285200" cy="2571750"/>
            </a:xfrm>
            <a:custGeom>
              <a:avLst/>
              <a:gdLst>
                <a:gd name="connsiteX0" fmla="*/ 0 w 2570400"/>
                <a:gd name="connsiteY0" fmla="*/ 0 h 2571750"/>
                <a:gd name="connsiteX1" fmla="*/ 2570400 w 2570400"/>
                <a:gd name="connsiteY1" fmla="*/ 0 h 2571750"/>
                <a:gd name="connsiteX2" fmla="*/ 2570400 w 2570400"/>
                <a:gd name="connsiteY2" fmla="*/ 2571750 h 2571750"/>
                <a:gd name="connsiteX3" fmla="*/ 0 w 2570400"/>
                <a:gd name="connsiteY3" fmla="*/ 2571750 h 2571750"/>
                <a:gd name="connsiteX4" fmla="*/ 0 w 2570400"/>
                <a:gd name="connsiteY4" fmla="*/ 0 h 2571750"/>
                <a:gd name="connsiteX0" fmla="*/ 0 w 2570480"/>
                <a:gd name="connsiteY0" fmla="*/ 0 h 2571750"/>
                <a:gd name="connsiteX1" fmla="*/ 2570400 w 2570480"/>
                <a:gd name="connsiteY1" fmla="*/ 0 h 2571750"/>
                <a:gd name="connsiteX2" fmla="*/ 2570480 w 2570480"/>
                <a:gd name="connsiteY2" fmla="*/ 1285240 h 2571750"/>
                <a:gd name="connsiteX3" fmla="*/ 2570400 w 2570480"/>
                <a:gd name="connsiteY3" fmla="*/ 2571750 h 2571750"/>
                <a:gd name="connsiteX4" fmla="*/ 0 w 2570480"/>
                <a:gd name="connsiteY4" fmla="*/ 2571750 h 2571750"/>
                <a:gd name="connsiteX5" fmla="*/ 0 w 2570480"/>
                <a:gd name="connsiteY5" fmla="*/ 0 h 2571750"/>
                <a:gd name="connsiteX0" fmla="*/ 0 w 2570480"/>
                <a:gd name="connsiteY0" fmla="*/ 0 h 2571750"/>
                <a:gd name="connsiteX1" fmla="*/ 2570480 w 2570480"/>
                <a:gd name="connsiteY1" fmla="*/ 1285240 h 2571750"/>
                <a:gd name="connsiteX2" fmla="*/ 2570400 w 2570480"/>
                <a:gd name="connsiteY2" fmla="*/ 2571750 h 2571750"/>
                <a:gd name="connsiteX3" fmla="*/ 0 w 2570480"/>
                <a:gd name="connsiteY3" fmla="*/ 2571750 h 2571750"/>
                <a:gd name="connsiteX4" fmla="*/ 0 w 2570480"/>
                <a:gd name="connsiteY4" fmla="*/ 0 h 2571750"/>
                <a:gd name="connsiteX0" fmla="*/ 0 w 2570480"/>
                <a:gd name="connsiteY0" fmla="*/ 0 h 2599737"/>
                <a:gd name="connsiteX1" fmla="*/ 2570480 w 2570480"/>
                <a:gd name="connsiteY1" fmla="*/ 1285240 h 2599737"/>
                <a:gd name="connsiteX2" fmla="*/ 0 w 2570480"/>
                <a:gd name="connsiteY2" fmla="*/ 2571750 h 2599737"/>
                <a:gd name="connsiteX3" fmla="*/ 0 w 2570480"/>
                <a:gd name="connsiteY3" fmla="*/ 0 h 2599737"/>
                <a:gd name="connsiteX0" fmla="*/ 0 w 2570480"/>
                <a:gd name="connsiteY0" fmla="*/ 0 h 2605277"/>
                <a:gd name="connsiteX1" fmla="*/ 2570480 w 2570480"/>
                <a:gd name="connsiteY1" fmla="*/ 1285240 h 2605277"/>
                <a:gd name="connsiteX2" fmla="*/ 0 w 2570480"/>
                <a:gd name="connsiteY2" fmla="*/ 2571750 h 2605277"/>
                <a:gd name="connsiteX3" fmla="*/ 0 w 2570480"/>
                <a:gd name="connsiteY3" fmla="*/ 0 h 2605277"/>
                <a:gd name="connsiteX0" fmla="*/ 0 w 2570480"/>
                <a:gd name="connsiteY0" fmla="*/ 0 h 2571750"/>
                <a:gd name="connsiteX1" fmla="*/ 2570480 w 2570480"/>
                <a:gd name="connsiteY1" fmla="*/ 1285240 h 2571750"/>
                <a:gd name="connsiteX2" fmla="*/ 0 w 2570480"/>
                <a:gd name="connsiteY2" fmla="*/ 2571750 h 2571750"/>
                <a:gd name="connsiteX3" fmla="*/ 0 w 2570480"/>
                <a:gd name="connsiteY3" fmla="*/ 0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0480" h="2571750">
                  <a:moveTo>
                    <a:pt x="0" y="0"/>
                  </a:moveTo>
                  <a:lnTo>
                    <a:pt x="2570480" y="1285240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8" name="Прямоугольник 55"/>
            <p:cNvSpPr/>
            <p:nvPr/>
          </p:nvSpPr>
          <p:spPr bwMode="auto">
            <a:xfrm>
              <a:off x="6573600" y="0"/>
              <a:ext cx="1285200" cy="2571750"/>
            </a:xfrm>
            <a:custGeom>
              <a:avLst/>
              <a:gdLst>
                <a:gd name="connsiteX0" fmla="*/ 0 w 2570400"/>
                <a:gd name="connsiteY0" fmla="*/ 0 h 2571750"/>
                <a:gd name="connsiteX1" fmla="*/ 2570400 w 2570400"/>
                <a:gd name="connsiteY1" fmla="*/ 0 h 2571750"/>
                <a:gd name="connsiteX2" fmla="*/ 2570400 w 2570400"/>
                <a:gd name="connsiteY2" fmla="*/ 2571750 h 2571750"/>
                <a:gd name="connsiteX3" fmla="*/ 0 w 2570400"/>
                <a:gd name="connsiteY3" fmla="*/ 2571750 h 2571750"/>
                <a:gd name="connsiteX4" fmla="*/ 0 w 2570400"/>
                <a:gd name="connsiteY4" fmla="*/ 0 h 2571750"/>
                <a:gd name="connsiteX0" fmla="*/ 0 w 2570480"/>
                <a:gd name="connsiteY0" fmla="*/ 0 h 2571750"/>
                <a:gd name="connsiteX1" fmla="*/ 2570400 w 2570480"/>
                <a:gd name="connsiteY1" fmla="*/ 0 h 2571750"/>
                <a:gd name="connsiteX2" fmla="*/ 2570480 w 2570480"/>
                <a:gd name="connsiteY2" fmla="*/ 1285240 h 2571750"/>
                <a:gd name="connsiteX3" fmla="*/ 2570400 w 2570480"/>
                <a:gd name="connsiteY3" fmla="*/ 2571750 h 2571750"/>
                <a:gd name="connsiteX4" fmla="*/ 0 w 2570480"/>
                <a:gd name="connsiteY4" fmla="*/ 2571750 h 2571750"/>
                <a:gd name="connsiteX5" fmla="*/ 0 w 2570480"/>
                <a:gd name="connsiteY5" fmla="*/ 0 h 2571750"/>
                <a:gd name="connsiteX0" fmla="*/ 0 w 2570480"/>
                <a:gd name="connsiteY0" fmla="*/ 0 h 2571750"/>
                <a:gd name="connsiteX1" fmla="*/ 2570480 w 2570480"/>
                <a:gd name="connsiteY1" fmla="*/ 1285240 h 2571750"/>
                <a:gd name="connsiteX2" fmla="*/ 2570400 w 2570480"/>
                <a:gd name="connsiteY2" fmla="*/ 2571750 h 2571750"/>
                <a:gd name="connsiteX3" fmla="*/ 0 w 2570480"/>
                <a:gd name="connsiteY3" fmla="*/ 2571750 h 2571750"/>
                <a:gd name="connsiteX4" fmla="*/ 0 w 2570480"/>
                <a:gd name="connsiteY4" fmla="*/ 0 h 2571750"/>
                <a:gd name="connsiteX0" fmla="*/ 0 w 2570480"/>
                <a:gd name="connsiteY0" fmla="*/ 0 h 2599737"/>
                <a:gd name="connsiteX1" fmla="*/ 2570480 w 2570480"/>
                <a:gd name="connsiteY1" fmla="*/ 1285240 h 2599737"/>
                <a:gd name="connsiteX2" fmla="*/ 0 w 2570480"/>
                <a:gd name="connsiteY2" fmla="*/ 2571750 h 2599737"/>
                <a:gd name="connsiteX3" fmla="*/ 0 w 2570480"/>
                <a:gd name="connsiteY3" fmla="*/ 0 h 2599737"/>
                <a:gd name="connsiteX0" fmla="*/ 0 w 2570480"/>
                <a:gd name="connsiteY0" fmla="*/ 0 h 2605277"/>
                <a:gd name="connsiteX1" fmla="*/ 2570480 w 2570480"/>
                <a:gd name="connsiteY1" fmla="*/ 1285240 h 2605277"/>
                <a:gd name="connsiteX2" fmla="*/ 0 w 2570480"/>
                <a:gd name="connsiteY2" fmla="*/ 2571750 h 2605277"/>
                <a:gd name="connsiteX3" fmla="*/ 0 w 2570480"/>
                <a:gd name="connsiteY3" fmla="*/ 0 h 2605277"/>
                <a:gd name="connsiteX0" fmla="*/ 0 w 2570480"/>
                <a:gd name="connsiteY0" fmla="*/ 0 h 2571750"/>
                <a:gd name="connsiteX1" fmla="*/ 2570480 w 2570480"/>
                <a:gd name="connsiteY1" fmla="*/ 1285240 h 2571750"/>
                <a:gd name="connsiteX2" fmla="*/ 0 w 2570480"/>
                <a:gd name="connsiteY2" fmla="*/ 2571750 h 2571750"/>
                <a:gd name="connsiteX3" fmla="*/ 0 w 2570480"/>
                <a:gd name="connsiteY3" fmla="*/ 0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0480" h="2571750">
                  <a:moveTo>
                    <a:pt x="0" y="0"/>
                  </a:moveTo>
                  <a:lnTo>
                    <a:pt x="2570480" y="1285240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1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1779706"/>
            <a:ext cx="7822353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40" name="Группа 39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41" name="Прямоугольник 40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2" name="Прямая соединительная линия 41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3" name="Группа 42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4" name="Прямоугольник 43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5" name="Прямоугольник 84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Прямоугольник 85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7" name="Прямоугольник 86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Прямоугольник 89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91" name="Прямоугольник 90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92" name="Прямоугольник 91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93" name="Прямоугольник 92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59" name="Объект 58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1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59" name="Объект 5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Прямоугольник 59"/>
          <p:cNvSpPr/>
          <p:nvPr userDrawn="1"/>
        </p:nvSpPr>
        <p:spPr bwMode="auto">
          <a:xfrm>
            <a:off x="8764800" y="3429000"/>
            <a:ext cx="34272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2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93" y="5736792"/>
            <a:ext cx="1472905" cy="278400"/>
          </a:xfrm>
          <a:prstGeom prst="rect">
            <a:avLst/>
          </a:prstGeom>
        </p:spPr>
      </p:pic>
      <p:sp>
        <p:nvSpPr>
          <p:cNvPr id="63" name="TextBox 62"/>
          <p:cNvSpPr txBox="1"/>
          <p:nvPr userDrawn="1"/>
        </p:nvSpPr>
        <p:spPr>
          <a:xfrm>
            <a:off x="9541105" y="6127459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grpSp>
        <p:nvGrpSpPr>
          <p:cNvPr id="64" name="Группа 63"/>
          <p:cNvGrpSpPr>
            <a:grpSpLocks noChangeAspect="1"/>
          </p:cNvGrpSpPr>
          <p:nvPr userDrawn="1"/>
        </p:nvGrpSpPr>
        <p:grpSpPr>
          <a:xfrm>
            <a:off x="8764800" y="0"/>
            <a:ext cx="3427200" cy="3429000"/>
            <a:chOff x="6573600" y="0"/>
            <a:chExt cx="2570400" cy="2571750"/>
          </a:xfrm>
        </p:grpSpPr>
        <p:sp>
          <p:nvSpPr>
            <p:cNvPr id="65" name="Прямоугольник 64"/>
            <p:cNvSpPr/>
            <p:nvPr userDrawn="1"/>
          </p:nvSpPr>
          <p:spPr bwMode="auto">
            <a:xfrm>
              <a:off x="6573600" y="0"/>
              <a:ext cx="2570400" cy="257175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6" name="Прямоугольник 55"/>
            <p:cNvSpPr/>
            <p:nvPr userDrawn="1"/>
          </p:nvSpPr>
          <p:spPr bwMode="auto">
            <a:xfrm>
              <a:off x="7858800" y="0"/>
              <a:ext cx="1285200" cy="2571750"/>
            </a:xfrm>
            <a:custGeom>
              <a:avLst/>
              <a:gdLst>
                <a:gd name="connsiteX0" fmla="*/ 0 w 2570400"/>
                <a:gd name="connsiteY0" fmla="*/ 0 h 2571750"/>
                <a:gd name="connsiteX1" fmla="*/ 2570400 w 2570400"/>
                <a:gd name="connsiteY1" fmla="*/ 0 h 2571750"/>
                <a:gd name="connsiteX2" fmla="*/ 2570400 w 2570400"/>
                <a:gd name="connsiteY2" fmla="*/ 2571750 h 2571750"/>
                <a:gd name="connsiteX3" fmla="*/ 0 w 2570400"/>
                <a:gd name="connsiteY3" fmla="*/ 2571750 h 2571750"/>
                <a:gd name="connsiteX4" fmla="*/ 0 w 2570400"/>
                <a:gd name="connsiteY4" fmla="*/ 0 h 2571750"/>
                <a:gd name="connsiteX0" fmla="*/ 0 w 2570480"/>
                <a:gd name="connsiteY0" fmla="*/ 0 h 2571750"/>
                <a:gd name="connsiteX1" fmla="*/ 2570400 w 2570480"/>
                <a:gd name="connsiteY1" fmla="*/ 0 h 2571750"/>
                <a:gd name="connsiteX2" fmla="*/ 2570480 w 2570480"/>
                <a:gd name="connsiteY2" fmla="*/ 1285240 h 2571750"/>
                <a:gd name="connsiteX3" fmla="*/ 2570400 w 2570480"/>
                <a:gd name="connsiteY3" fmla="*/ 2571750 h 2571750"/>
                <a:gd name="connsiteX4" fmla="*/ 0 w 2570480"/>
                <a:gd name="connsiteY4" fmla="*/ 2571750 h 2571750"/>
                <a:gd name="connsiteX5" fmla="*/ 0 w 2570480"/>
                <a:gd name="connsiteY5" fmla="*/ 0 h 2571750"/>
                <a:gd name="connsiteX0" fmla="*/ 0 w 2570480"/>
                <a:gd name="connsiteY0" fmla="*/ 0 h 2571750"/>
                <a:gd name="connsiteX1" fmla="*/ 2570480 w 2570480"/>
                <a:gd name="connsiteY1" fmla="*/ 1285240 h 2571750"/>
                <a:gd name="connsiteX2" fmla="*/ 2570400 w 2570480"/>
                <a:gd name="connsiteY2" fmla="*/ 2571750 h 2571750"/>
                <a:gd name="connsiteX3" fmla="*/ 0 w 2570480"/>
                <a:gd name="connsiteY3" fmla="*/ 2571750 h 2571750"/>
                <a:gd name="connsiteX4" fmla="*/ 0 w 2570480"/>
                <a:gd name="connsiteY4" fmla="*/ 0 h 2571750"/>
                <a:gd name="connsiteX0" fmla="*/ 0 w 2570480"/>
                <a:gd name="connsiteY0" fmla="*/ 0 h 2599737"/>
                <a:gd name="connsiteX1" fmla="*/ 2570480 w 2570480"/>
                <a:gd name="connsiteY1" fmla="*/ 1285240 h 2599737"/>
                <a:gd name="connsiteX2" fmla="*/ 0 w 2570480"/>
                <a:gd name="connsiteY2" fmla="*/ 2571750 h 2599737"/>
                <a:gd name="connsiteX3" fmla="*/ 0 w 2570480"/>
                <a:gd name="connsiteY3" fmla="*/ 0 h 2599737"/>
                <a:gd name="connsiteX0" fmla="*/ 0 w 2570480"/>
                <a:gd name="connsiteY0" fmla="*/ 0 h 2605277"/>
                <a:gd name="connsiteX1" fmla="*/ 2570480 w 2570480"/>
                <a:gd name="connsiteY1" fmla="*/ 1285240 h 2605277"/>
                <a:gd name="connsiteX2" fmla="*/ 0 w 2570480"/>
                <a:gd name="connsiteY2" fmla="*/ 2571750 h 2605277"/>
                <a:gd name="connsiteX3" fmla="*/ 0 w 2570480"/>
                <a:gd name="connsiteY3" fmla="*/ 0 h 2605277"/>
                <a:gd name="connsiteX0" fmla="*/ 0 w 2570480"/>
                <a:gd name="connsiteY0" fmla="*/ 0 h 2571750"/>
                <a:gd name="connsiteX1" fmla="*/ 2570480 w 2570480"/>
                <a:gd name="connsiteY1" fmla="*/ 1285240 h 2571750"/>
                <a:gd name="connsiteX2" fmla="*/ 0 w 2570480"/>
                <a:gd name="connsiteY2" fmla="*/ 2571750 h 2571750"/>
                <a:gd name="connsiteX3" fmla="*/ 0 w 2570480"/>
                <a:gd name="connsiteY3" fmla="*/ 0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0480" h="2571750">
                  <a:moveTo>
                    <a:pt x="0" y="0"/>
                  </a:moveTo>
                  <a:lnTo>
                    <a:pt x="2570480" y="1285240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7" name="Прямоугольник 55"/>
            <p:cNvSpPr/>
            <p:nvPr userDrawn="1"/>
          </p:nvSpPr>
          <p:spPr bwMode="auto">
            <a:xfrm>
              <a:off x="6573600" y="0"/>
              <a:ext cx="1285200" cy="2571750"/>
            </a:xfrm>
            <a:custGeom>
              <a:avLst/>
              <a:gdLst>
                <a:gd name="connsiteX0" fmla="*/ 0 w 2570400"/>
                <a:gd name="connsiteY0" fmla="*/ 0 h 2571750"/>
                <a:gd name="connsiteX1" fmla="*/ 2570400 w 2570400"/>
                <a:gd name="connsiteY1" fmla="*/ 0 h 2571750"/>
                <a:gd name="connsiteX2" fmla="*/ 2570400 w 2570400"/>
                <a:gd name="connsiteY2" fmla="*/ 2571750 h 2571750"/>
                <a:gd name="connsiteX3" fmla="*/ 0 w 2570400"/>
                <a:gd name="connsiteY3" fmla="*/ 2571750 h 2571750"/>
                <a:gd name="connsiteX4" fmla="*/ 0 w 2570400"/>
                <a:gd name="connsiteY4" fmla="*/ 0 h 2571750"/>
                <a:gd name="connsiteX0" fmla="*/ 0 w 2570480"/>
                <a:gd name="connsiteY0" fmla="*/ 0 h 2571750"/>
                <a:gd name="connsiteX1" fmla="*/ 2570400 w 2570480"/>
                <a:gd name="connsiteY1" fmla="*/ 0 h 2571750"/>
                <a:gd name="connsiteX2" fmla="*/ 2570480 w 2570480"/>
                <a:gd name="connsiteY2" fmla="*/ 1285240 h 2571750"/>
                <a:gd name="connsiteX3" fmla="*/ 2570400 w 2570480"/>
                <a:gd name="connsiteY3" fmla="*/ 2571750 h 2571750"/>
                <a:gd name="connsiteX4" fmla="*/ 0 w 2570480"/>
                <a:gd name="connsiteY4" fmla="*/ 2571750 h 2571750"/>
                <a:gd name="connsiteX5" fmla="*/ 0 w 2570480"/>
                <a:gd name="connsiteY5" fmla="*/ 0 h 2571750"/>
                <a:gd name="connsiteX0" fmla="*/ 0 w 2570480"/>
                <a:gd name="connsiteY0" fmla="*/ 0 h 2571750"/>
                <a:gd name="connsiteX1" fmla="*/ 2570480 w 2570480"/>
                <a:gd name="connsiteY1" fmla="*/ 1285240 h 2571750"/>
                <a:gd name="connsiteX2" fmla="*/ 2570400 w 2570480"/>
                <a:gd name="connsiteY2" fmla="*/ 2571750 h 2571750"/>
                <a:gd name="connsiteX3" fmla="*/ 0 w 2570480"/>
                <a:gd name="connsiteY3" fmla="*/ 2571750 h 2571750"/>
                <a:gd name="connsiteX4" fmla="*/ 0 w 2570480"/>
                <a:gd name="connsiteY4" fmla="*/ 0 h 2571750"/>
                <a:gd name="connsiteX0" fmla="*/ 0 w 2570480"/>
                <a:gd name="connsiteY0" fmla="*/ 0 h 2599737"/>
                <a:gd name="connsiteX1" fmla="*/ 2570480 w 2570480"/>
                <a:gd name="connsiteY1" fmla="*/ 1285240 h 2599737"/>
                <a:gd name="connsiteX2" fmla="*/ 0 w 2570480"/>
                <a:gd name="connsiteY2" fmla="*/ 2571750 h 2599737"/>
                <a:gd name="connsiteX3" fmla="*/ 0 w 2570480"/>
                <a:gd name="connsiteY3" fmla="*/ 0 h 2599737"/>
                <a:gd name="connsiteX0" fmla="*/ 0 w 2570480"/>
                <a:gd name="connsiteY0" fmla="*/ 0 h 2605277"/>
                <a:gd name="connsiteX1" fmla="*/ 2570480 w 2570480"/>
                <a:gd name="connsiteY1" fmla="*/ 1285240 h 2605277"/>
                <a:gd name="connsiteX2" fmla="*/ 0 w 2570480"/>
                <a:gd name="connsiteY2" fmla="*/ 2571750 h 2605277"/>
                <a:gd name="connsiteX3" fmla="*/ 0 w 2570480"/>
                <a:gd name="connsiteY3" fmla="*/ 0 h 2605277"/>
                <a:gd name="connsiteX0" fmla="*/ 0 w 2570480"/>
                <a:gd name="connsiteY0" fmla="*/ 0 h 2571750"/>
                <a:gd name="connsiteX1" fmla="*/ 2570480 w 2570480"/>
                <a:gd name="connsiteY1" fmla="*/ 1285240 h 2571750"/>
                <a:gd name="connsiteX2" fmla="*/ 0 w 2570480"/>
                <a:gd name="connsiteY2" fmla="*/ 2571750 h 2571750"/>
                <a:gd name="connsiteX3" fmla="*/ 0 w 2570480"/>
                <a:gd name="connsiteY3" fmla="*/ 0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0480" h="2571750">
                  <a:moveTo>
                    <a:pt x="0" y="0"/>
                  </a:moveTo>
                  <a:lnTo>
                    <a:pt x="2570480" y="1285240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86848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0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4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Прямоугольник 56"/>
          <p:cNvSpPr/>
          <p:nvPr/>
        </p:nvSpPr>
        <p:spPr bwMode="auto">
          <a:xfrm>
            <a:off x="8764800" y="3429000"/>
            <a:ext cx="34272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5" y="387048"/>
            <a:ext cx="7869936" cy="1249393"/>
          </a:xfrm>
          <a:effectLst/>
        </p:spPr>
        <p:txBody>
          <a:bodyPr vert="horz" lIns="0" tIns="0" rIns="0" bIns="72000">
            <a:noAutofit/>
          </a:bodyPr>
          <a:lstStyle>
            <a:lvl1pPr>
              <a:lnSpc>
                <a:spcPct val="85000"/>
              </a:lnSpc>
              <a:defRPr lang="ru-RU" sz="5333" b="0" i="0" u="none" cap="none" spc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8" y="2610780"/>
            <a:ext cx="7822353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93" y="5736792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41105" y="6127459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30866"/>
            <a:ext cx="8764797" cy="3427135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8764800" y="0"/>
            <a:ext cx="3427200" cy="34272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8" y="6015192"/>
            <a:ext cx="7822353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sp>
        <p:nvSpPr>
          <p:cNvPr id="59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1779706"/>
            <a:ext cx="7822353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7" name="Группа 36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9" name="Прямая соединительная линия 38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" name="Группа 39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1" name="Прямоугольник 40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4" name="Объект 63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5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4" name="Объект 6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Прямоугольник 64"/>
          <p:cNvSpPr/>
          <p:nvPr userDrawn="1"/>
        </p:nvSpPr>
        <p:spPr bwMode="auto">
          <a:xfrm>
            <a:off x="8764800" y="3429000"/>
            <a:ext cx="34272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6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93" y="5736792"/>
            <a:ext cx="1472905" cy="278400"/>
          </a:xfrm>
          <a:prstGeom prst="rect">
            <a:avLst/>
          </a:prstGeom>
        </p:spPr>
      </p:pic>
      <p:sp>
        <p:nvSpPr>
          <p:cNvPr id="67" name="TextBox 66"/>
          <p:cNvSpPr txBox="1"/>
          <p:nvPr userDrawn="1"/>
        </p:nvSpPr>
        <p:spPr>
          <a:xfrm>
            <a:off x="9541105" y="6127459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0706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8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Прямоугольник 56"/>
          <p:cNvSpPr>
            <a:spLocks noChangeAspect="1"/>
          </p:cNvSpPr>
          <p:nvPr/>
        </p:nvSpPr>
        <p:spPr bwMode="auto">
          <a:xfrm>
            <a:off x="9908400" y="4573200"/>
            <a:ext cx="2283600" cy="22848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367694"/>
            <a:ext cx="9024789" cy="1857831"/>
          </a:xfrm>
          <a:effectLst/>
        </p:spPr>
        <p:txBody>
          <a:bodyPr vert="horz" lIns="0" tIns="0" rIns="0" bIns="72000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3123707"/>
            <a:ext cx="8977207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4063296"/>
            <a:ext cx="8977207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453469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573" y="844136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accent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accent1"/>
                </a:solidFill>
              </a:rPr>
              <a:t> для роста</a:t>
            </a:r>
            <a:endParaRPr lang="ru-RU" sz="1467" dirty="0">
              <a:solidFill>
                <a:schemeClr val="accent1"/>
              </a:solidFill>
            </a:endParaRP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2" y="4573200"/>
            <a:ext cx="9907196" cy="22848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56" name="Полилиния 55"/>
          <p:cNvSpPr>
            <a:spLocks/>
          </p:cNvSpPr>
          <p:nvPr/>
        </p:nvSpPr>
        <p:spPr bwMode="auto">
          <a:xfrm>
            <a:off x="9907200" y="4573200"/>
            <a:ext cx="2284800" cy="2284800"/>
          </a:xfrm>
          <a:custGeom>
            <a:avLst/>
            <a:gdLst>
              <a:gd name="connsiteX0" fmla="*/ 0 w 5132824"/>
              <a:gd name="connsiteY0" fmla="*/ 4399953 h 5144399"/>
              <a:gd name="connsiteX1" fmla="*/ 505180 w 5132824"/>
              <a:gd name="connsiteY1" fmla="*/ 4891013 h 5144399"/>
              <a:gd name="connsiteX2" fmla="*/ 0 w 5132824"/>
              <a:gd name="connsiteY2" fmla="*/ 5144399 h 5144399"/>
              <a:gd name="connsiteX3" fmla="*/ 0 w 5132824"/>
              <a:gd name="connsiteY3" fmla="*/ 3421556 h 5144399"/>
              <a:gd name="connsiteX4" fmla="*/ 1169120 w 5132824"/>
              <a:gd name="connsiteY4" fmla="*/ 4557997 h 5144399"/>
              <a:gd name="connsiteX5" fmla="*/ 811051 w 5132824"/>
              <a:gd name="connsiteY5" fmla="*/ 4737595 h 5144399"/>
              <a:gd name="connsiteX6" fmla="*/ 0 w 5132824"/>
              <a:gd name="connsiteY6" fmla="*/ 3943515 h 5144399"/>
              <a:gd name="connsiteX7" fmla="*/ 0 w 5132824"/>
              <a:gd name="connsiteY7" fmla="*/ 2443159 h 5144399"/>
              <a:gd name="connsiteX8" fmla="*/ 1833059 w 5132824"/>
              <a:gd name="connsiteY8" fmla="*/ 4224981 h 5144399"/>
              <a:gd name="connsiteX9" fmla="*/ 1476617 w 5132824"/>
              <a:gd name="connsiteY9" fmla="*/ 4403764 h 5144399"/>
              <a:gd name="connsiteX10" fmla="*/ 0 w 5132824"/>
              <a:gd name="connsiteY10" fmla="*/ 2958045 h 5144399"/>
              <a:gd name="connsiteX11" fmla="*/ 4116478 w 5132824"/>
              <a:gd name="connsiteY11" fmla="*/ 2061035 h 5144399"/>
              <a:gd name="connsiteX12" fmla="*/ 5132824 w 5132824"/>
              <a:gd name="connsiteY12" fmla="*/ 2569899 h 5144399"/>
              <a:gd name="connsiteX13" fmla="*/ 4804444 w 5132824"/>
              <a:gd name="connsiteY13" fmla="*/ 2734606 h 5144399"/>
              <a:gd name="connsiteX14" fmla="*/ 0 w 5132824"/>
              <a:gd name="connsiteY14" fmla="*/ 1464763 h 5144399"/>
              <a:gd name="connsiteX15" fmla="*/ 2496999 w 5132824"/>
              <a:gd name="connsiteY15" fmla="*/ 3891965 h 5144399"/>
              <a:gd name="connsiteX16" fmla="*/ 2142183 w 5132824"/>
              <a:gd name="connsiteY16" fmla="*/ 4069932 h 5144399"/>
              <a:gd name="connsiteX17" fmla="*/ 0 w 5132824"/>
              <a:gd name="connsiteY17" fmla="*/ 1972575 h 5144399"/>
              <a:gd name="connsiteX18" fmla="*/ 2056530 w 5132824"/>
              <a:gd name="connsiteY18" fmla="*/ 1029662 h 5144399"/>
              <a:gd name="connsiteX19" fmla="*/ 3119486 w 5132824"/>
              <a:gd name="connsiteY19" fmla="*/ 1561862 h 5144399"/>
              <a:gd name="connsiteX20" fmla="*/ 4488817 w 5132824"/>
              <a:gd name="connsiteY20" fmla="*/ 2892917 h 5144399"/>
              <a:gd name="connsiteX21" fmla="*/ 4138879 w 5132824"/>
              <a:gd name="connsiteY21" fmla="*/ 3068437 h 5144399"/>
              <a:gd name="connsiteX22" fmla="*/ 0 w 5132824"/>
              <a:gd name="connsiteY22" fmla="*/ 486366 h 5144399"/>
              <a:gd name="connsiteX23" fmla="*/ 3160939 w 5132824"/>
              <a:gd name="connsiteY23" fmla="*/ 3558949 h 5144399"/>
              <a:gd name="connsiteX24" fmla="*/ 2807748 w 5132824"/>
              <a:gd name="connsiteY24" fmla="*/ 3736100 h 5144399"/>
              <a:gd name="connsiteX25" fmla="*/ 0 w 5132824"/>
              <a:gd name="connsiteY25" fmla="*/ 987105 h 5144399"/>
              <a:gd name="connsiteX26" fmla="*/ 0 w 5132824"/>
              <a:gd name="connsiteY26" fmla="*/ 0 h 5144399"/>
              <a:gd name="connsiteX27" fmla="*/ 1043834 w 5132824"/>
              <a:gd name="connsiteY27" fmla="*/ 522626 h 5144399"/>
              <a:gd name="connsiteX28" fmla="*/ 3824878 w 5132824"/>
              <a:gd name="connsiteY28" fmla="*/ 3225933 h 5144399"/>
              <a:gd name="connsiteX29" fmla="*/ 3473314 w 5132824"/>
              <a:gd name="connsiteY29" fmla="*/ 3402269 h 5144399"/>
              <a:gd name="connsiteX30" fmla="*/ 0 w 5132824"/>
              <a:gd name="connsiteY30" fmla="*/ 1635 h 51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132824" h="5144399">
                <a:moveTo>
                  <a:pt x="0" y="4399953"/>
                </a:moveTo>
                <a:lnTo>
                  <a:pt x="505180" y="4891013"/>
                </a:lnTo>
                <a:lnTo>
                  <a:pt x="0" y="5144399"/>
                </a:lnTo>
                <a:close/>
                <a:moveTo>
                  <a:pt x="0" y="3421556"/>
                </a:moveTo>
                <a:lnTo>
                  <a:pt x="1169120" y="4557997"/>
                </a:lnTo>
                <a:lnTo>
                  <a:pt x="811051" y="4737595"/>
                </a:lnTo>
                <a:lnTo>
                  <a:pt x="0" y="3943515"/>
                </a:lnTo>
                <a:close/>
                <a:moveTo>
                  <a:pt x="0" y="2443159"/>
                </a:moveTo>
                <a:lnTo>
                  <a:pt x="1833059" y="4224981"/>
                </a:lnTo>
                <a:lnTo>
                  <a:pt x="1476617" y="4403764"/>
                </a:lnTo>
                <a:lnTo>
                  <a:pt x="0" y="2958045"/>
                </a:lnTo>
                <a:close/>
                <a:moveTo>
                  <a:pt x="4116478" y="2061035"/>
                </a:moveTo>
                <a:lnTo>
                  <a:pt x="5132824" y="2569899"/>
                </a:lnTo>
                <a:lnTo>
                  <a:pt x="4804444" y="2734606"/>
                </a:lnTo>
                <a:close/>
                <a:moveTo>
                  <a:pt x="0" y="1464763"/>
                </a:moveTo>
                <a:lnTo>
                  <a:pt x="2496999" y="3891965"/>
                </a:lnTo>
                <a:lnTo>
                  <a:pt x="2142183" y="4069932"/>
                </a:lnTo>
                <a:lnTo>
                  <a:pt x="0" y="1972575"/>
                </a:lnTo>
                <a:close/>
                <a:moveTo>
                  <a:pt x="2056530" y="1029662"/>
                </a:moveTo>
                <a:lnTo>
                  <a:pt x="3119486" y="1561862"/>
                </a:lnTo>
                <a:lnTo>
                  <a:pt x="4488817" y="2892917"/>
                </a:lnTo>
                <a:lnTo>
                  <a:pt x="4138879" y="3068437"/>
                </a:lnTo>
                <a:close/>
                <a:moveTo>
                  <a:pt x="0" y="486366"/>
                </a:moveTo>
                <a:lnTo>
                  <a:pt x="3160939" y="3558949"/>
                </a:lnTo>
                <a:lnTo>
                  <a:pt x="2807748" y="3736100"/>
                </a:lnTo>
                <a:lnTo>
                  <a:pt x="0" y="987105"/>
                </a:lnTo>
                <a:close/>
                <a:moveTo>
                  <a:pt x="0" y="0"/>
                </a:moveTo>
                <a:lnTo>
                  <a:pt x="1043834" y="522626"/>
                </a:lnTo>
                <a:lnTo>
                  <a:pt x="3824878" y="3225933"/>
                </a:lnTo>
                <a:lnTo>
                  <a:pt x="3473314" y="3402269"/>
                </a:lnTo>
                <a:lnTo>
                  <a:pt x="0" y="1635"/>
                </a:lnTo>
                <a:close/>
              </a:path>
            </a:pathLst>
          </a:cu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7" y="2341107"/>
            <a:ext cx="8977207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7" name="Группа 36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9" name="Прямая соединительная линия 38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" name="Группа 39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1" name="Прямоугольник 40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Прямоугольник 63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5" name="Объект 64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9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5" name="Объект 6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Прямоугольник 65"/>
          <p:cNvSpPr>
            <a:spLocks noChangeAspect="1"/>
          </p:cNvSpPr>
          <p:nvPr userDrawn="1"/>
        </p:nvSpPr>
        <p:spPr bwMode="auto">
          <a:xfrm>
            <a:off x="9908400" y="4573200"/>
            <a:ext cx="2283600" cy="22848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7" name="Picture 29"/>
          <p:cNvPicPr>
            <a:picLocks noChangeAspect="1"/>
          </p:cNvPicPr>
          <p:nvPr userDrawn="1"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453469"/>
            <a:ext cx="1472905" cy="278400"/>
          </a:xfrm>
          <a:prstGeom prst="rect">
            <a:avLst/>
          </a:prstGeom>
        </p:spPr>
      </p:pic>
      <p:sp>
        <p:nvSpPr>
          <p:cNvPr id="68" name="TextBox 67"/>
          <p:cNvSpPr txBox="1"/>
          <p:nvPr userDrawn="1"/>
        </p:nvSpPr>
        <p:spPr>
          <a:xfrm>
            <a:off x="10058573" y="844136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accent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accent1"/>
                </a:solidFill>
              </a:rPr>
              <a:t> для роста</a:t>
            </a:r>
            <a:endParaRPr lang="ru-RU" sz="1467" dirty="0">
              <a:solidFill>
                <a:schemeClr val="accent1"/>
              </a:solidFill>
            </a:endParaRPr>
          </a:p>
        </p:txBody>
      </p:sp>
      <p:sp>
        <p:nvSpPr>
          <p:cNvPr id="69" name="Полилиния 68"/>
          <p:cNvSpPr>
            <a:spLocks/>
          </p:cNvSpPr>
          <p:nvPr userDrawn="1"/>
        </p:nvSpPr>
        <p:spPr bwMode="auto">
          <a:xfrm>
            <a:off x="9907200" y="4573200"/>
            <a:ext cx="2284800" cy="2284800"/>
          </a:xfrm>
          <a:custGeom>
            <a:avLst/>
            <a:gdLst>
              <a:gd name="connsiteX0" fmla="*/ 0 w 5132824"/>
              <a:gd name="connsiteY0" fmla="*/ 4399953 h 5144399"/>
              <a:gd name="connsiteX1" fmla="*/ 505180 w 5132824"/>
              <a:gd name="connsiteY1" fmla="*/ 4891013 h 5144399"/>
              <a:gd name="connsiteX2" fmla="*/ 0 w 5132824"/>
              <a:gd name="connsiteY2" fmla="*/ 5144399 h 5144399"/>
              <a:gd name="connsiteX3" fmla="*/ 0 w 5132824"/>
              <a:gd name="connsiteY3" fmla="*/ 3421556 h 5144399"/>
              <a:gd name="connsiteX4" fmla="*/ 1169120 w 5132824"/>
              <a:gd name="connsiteY4" fmla="*/ 4557997 h 5144399"/>
              <a:gd name="connsiteX5" fmla="*/ 811051 w 5132824"/>
              <a:gd name="connsiteY5" fmla="*/ 4737595 h 5144399"/>
              <a:gd name="connsiteX6" fmla="*/ 0 w 5132824"/>
              <a:gd name="connsiteY6" fmla="*/ 3943515 h 5144399"/>
              <a:gd name="connsiteX7" fmla="*/ 0 w 5132824"/>
              <a:gd name="connsiteY7" fmla="*/ 2443159 h 5144399"/>
              <a:gd name="connsiteX8" fmla="*/ 1833059 w 5132824"/>
              <a:gd name="connsiteY8" fmla="*/ 4224981 h 5144399"/>
              <a:gd name="connsiteX9" fmla="*/ 1476617 w 5132824"/>
              <a:gd name="connsiteY9" fmla="*/ 4403764 h 5144399"/>
              <a:gd name="connsiteX10" fmla="*/ 0 w 5132824"/>
              <a:gd name="connsiteY10" fmla="*/ 2958045 h 5144399"/>
              <a:gd name="connsiteX11" fmla="*/ 4116478 w 5132824"/>
              <a:gd name="connsiteY11" fmla="*/ 2061035 h 5144399"/>
              <a:gd name="connsiteX12" fmla="*/ 5132824 w 5132824"/>
              <a:gd name="connsiteY12" fmla="*/ 2569899 h 5144399"/>
              <a:gd name="connsiteX13" fmla="*/ 4804444 w 5132824"/>
              <a:gd name="connsiteY13" fmla="*/ 2734606 h 5144399"/>
              <a:gd name="connsiteX14" fmla="*/ 0 w 5132824"/>
              <a:gd name="connsiteY14" fmla="*/ 1464763 h 5144399"/>
              <a:gd name="connsiteX15" fmla="*/ 2496999 w 5132824"/>
              <a:gd name="connsiteY15" fmla="*/ 3891965 h 5144399"/>
              <a:gd name="connsiteX16" fmla="*/ 2142183 w 5132824"/>
              <a:gd name="connsiteY16" fmla="*/ 4069932 h 5144399"/>
              <a:gd name="connsiteX17" fmla="*/ 0 w 5132824"/>
              <a:gd name="connsiteY17" fmla="*/ 1972575 h 5144399"/>
              <a:gd name="connsiteX18" fmla="*/ 2056530 w 5132824"/>
              <a:gd name="connsiteY18" fmla="*/ 1029662 h 5144399"/>
              <a:gd name="connsiteX19" fmla="*/ 3119486 w 5132824"/>
              <a:gd name="connsiteY19" fmla="*/ 1561862 h 5144399"/>
              <a:gd name="connsiteX20" fmla="*/ 4488817 w 5132824"/>
              <a:gd name="connsiteY20" fmla="*/ 2892917 h 5144399"/>
              <a:gd name="connsiteX21" fmla="*/ 4138879 w 5132824"/>
              <a:gd name="connsiteY21" fmla="*/ 3068437 h 5144399"/>
              <a:gd name="connsiteX22" fmla="*/ 0 w 5132824"/>
              <a:gd name="connsiteY22" fmla="*/ 486366 h 5144399"/>
              <a:gd name="connsiteX23" fmla="*/ 3160939 w 5132824"/>
              <a:gd name="connsiteY23" fmla="*/ 3558949 h 5144399"/>
              <a:gd name="connsiteX24" fmla="*/ 2807748 w 5132824"/>
              <a:gd name="connsiteY24" fmla="*/ 3736100 h 5144399"/>
              <a:gd name="connsiteX25" fmla="*/ 0 w 5132824"/>
              <a:gd name="connsiteY25" fmla="*/ 987105 h 5144399"/>
              <a:gd name="connsiteX26" fmla="*/ 0 w 5132824"/>
              <a:gd name="connsiteY26" fmla="*/ 0 h 5144399"/>
              <a:gd name="connsiteX27" fmla="*/ 1043834 w 5132824"/>
              <a:gd name="connsiteY27" fmla="*/ 522626 h 5144399"/>
              <a:gd name="connsiteX28" fmla="*/ 3824878 w 5132824"/>
              <a:gd name="connsiteY28" fmla="*/ 3225933 h 5144399"/>
              <a:gd name="connsiteX29" fmla="*/ 3473314 w 5132824"/>
              <a:gd name="connsiteY29" fmla="*/ 3402269 h 5144399"/>
              <a:gd name="connsiteX30" fmla="*/ 0 w 5132824"/>
              <a:gd name="connsiteY30" fmla="*/ 1635 h 51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132824" h="5144399">
                <a:moveTo>
                  <a:pt x="0" y="4399953"/>
                </a:moveTo>
                <a:lnTo>
                  <a:pt x="505180" y="4891013"/>
                </a:lnTo>
                <a:lnTo>
                  <a:pt x="0" y="5144399"/>
                </a:lnTo>
                <a:close/>
                <a:moveTo>
                  <a:pt x="0" y="3421556"/>
                </a:moveTo>
                <a:lnTo>
                  <a:pt x="1169120" y="4557997"/>
                </a:lnTo>
                <a:lnTo>
                  <a:pt x="811051" y="4737595"/>
                </a:lnTo>
                <a:lnTo>
                  <a:pt x="0" y="3943515"/>
                </a:lnTo>
                <a:close/>
                <a:moveTo>
                  <a:pt x="0" y="2443159"/>
                </a:moveTo>
                <a:lnTo>
                  <a:pt x="1833059" y="4224981"/>
                </a:lnTo>
                <a:lnTo>
                  <a:pt x="1476617" y="4403764"/>
                </a:lnTo>
                <a:lnTo>
                  <a:pt x="0" y="2958045"/>
                </a:lnTo>
                <a:close/>
                <a:moveTo>
                  <a:pt x="4116478" y="2061035"/>
                </a:moveTo>
                <a:lnTo>
                  <a:pt x="5132824" y="2569899"/>
                </a:lnTo>
                <a:lnTo>
                  <a:pt x="4804444" y="2734606"/>
                </a:lnTo>
                <a:close/>
                <a:moveTo>
                  <a:pt x="0" y="1464763"/>
                </a:moveTo>
                <a:lnTo>
                  <a:pt x="2496999" y="3891965"/>
                </a:lnTo>
                <a:lnTo>
                  <a:pt x="2142183" y="4069932"/>
                </a:lnTo>
                <a:lnTo>
                  <a:pt x="0" y="1972575"/>
                </a:lnTo>
                <a:close/>
                <a:moveTo>
                  <a:pt x="2056530" y="1029662"/>
                </a:moveTo>
                <a:lnTo>
                  <a:pt x="3119486" y="1561862"/>
                </a:lnTo>
                <a:lnTo>
                  <a:pt x="4488817" y="2892917"/>
                </a:lnTo>
                <a:lnTo>
                  <a:pt x="4138879" y="3068437"/>
                </a:lnTo>
                <a:close/>
                <a:moveTo>
                  <a:pt x="0" y="486366"/>
                </a:moveTo>
                <a:lnTo>
                  <a:pt x="3160939" y="3558949"/>
                </a:lnTo>
                <a:lnTo>
                  <a:pt x="2807748" y="3736100"/>
                </a:lnTo>
                <a:lnTo>
                  <a:pt x="0" y="987105"/>
                </a:lnTo>
                <a:close/>
                <a:moveTo>
                  <a:pt x="0" y="0"/>
                </a:moveTo>
                <a:lnTo>
                  <a:pt x="1043834" y="522626"/>
                </a:lnTo>
                <a:lnTo>
                  <a:pt x="3824878" y="3225933"/>
                </a:lnTo>
                <a:lnTo>
                  <a:pt x="3473314" y="3402269"/>
                </a:lnTo>
                <a:lnTo>
                  <a:pt x="0" y="1635"/>
                </a:lnTo>
                <a:close/>
              </a:path>
            </a:pathLst>
          </a:cu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677667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2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Прямоугольник 56"/>
          <p:cNvSpPr>
            <a:spLocks noChangeAspect="1"/>
          </p:cNvSpPr>
          <p:nvPr/>
        </p:nvSpPr>
        <p:spPr bwMode="auto">
          <a:xfrm>
            <a:off x="9908400" y="4573200"/>
            <a:ext cx="2283600" cy="22848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387048"/>
            <a:ext cx="11282849" cy="1841792"/>
          </a:xfrm>
          <a:effectLst/>
        </p:spPr>
        <p:txBody>
          <a:bodyPr vert="horz" lIns="0" tIns="0" rIns="0" bIns="72000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3123707"/>
            <a:ext cx="11235267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4063296"/>
            <a:ext cx="11235267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Название мероприятия</a:t>
            </a:r>
            <a:br>
              <a:rPr lang="ru-RU" dirty="0" smtClean="0"/>
            </a:br>
            <a:r>
              <a:rPr lang="ru-RU" dirty="0" smtClean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397653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573" y="578832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2" y="4573200"/>
            <a:ext cx="9907196" cy="22848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2341107"/>
            <a:ext cx="11235265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7" name="Группа 36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9" name="Прямая соединительная линия 38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" name="Группа 39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1" name="Прямоугольник 40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4" name="Объект 63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3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4" name="Объект 6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Прямоугольник 64"/>
          <p:cNvSpPr>
            <a:spLocks noChangeAspect="1"/>
          </p:cNvSpPr>
          <p:nvPr userDrawn="1"/>
        </p:nvSpPr>
        <p:spPr bwMode="auto">
          <a:xfrm>
            <a:off x="9908400" y="4573200"/>
            <a:ext cx="2283600" cy="22848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6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397653"/>
            <a:ext cx="1472905" cy="278400"/>
          </a:xfrm>
          <a:prstGeom prst="rect">
            <a:avLst/>
          </a:prstGeom>
        </p:spPr>
      </p:pic>
      <p:sp>
        <p:nvSpPr>
          <p:cNvPr id="67" name="TextBox 66"/>
          <p:cNvSpPr txBox="1"/>
          <p:nvPr userDrawn="1"/>
        </p:nvSpPr>
        <p:spPr>
          <a:xfrm>
            <a:off x="10058573" y="578832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9729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6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Прямоугольник 56"/>
          <p:cNvSpPr>
            <a:spLocks noChangeAspect="1"/>
          </p:cNvSpPr>
          <p:nvPr/>
        </p:nvSpPr>
        <p:spPr bwMode="auto">
          <a:xfrm>
            <a:off x="9908400" y="4573200"/>
            <a:ext cx="2283600" cy="228480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419966"/>
            <a:ext cx="9024789" cy="1841005"/>
          </a:xfrm>
          <a:effectLst/>
        </p:spPr>
        <p:txBody>
          <a:bodyPr vert="horz" lIns="0" tIns="0" rIns="0" bIns="0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3123707"/>
            <a:ext cx="8977207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4063296"/>
            <a:ext cx="8977207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397653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573" y="578832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2" y="4573200"/>
            <a:ext cx="9907196" cy="22848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6" name="Рисунок 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07200" y="0"/>
            <a:ext cx="2284800" cy="2284800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5" name="Рисунок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9907202" y="2286600"/>
            <a:ext cx="2284799" cy="2284800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7" y="2341107"/>
            <a:ext cx="8977207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8" name="Группа 37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9" name="Прямоугольник 38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0" name="Прямая соединительная линия 39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1" name="Группа 40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2" name="Прямоугольник 41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Прямоугольник 57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Прямоугольник 63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5" name="Объект 64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7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5" name="Объект 6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Прямоугольник 65"/>
          <p:cNvSpPr>
            <a:spLocks noChangeAspect="1"/>
          </p:cNvSpPr>
          <p:nvPr userDrawn="1"/>
        </p:nvSpPr>
        <p:spPr bwMode="auto">
          <a:xfrm>
            <a:off x="9908400" y="4573200"/>
            <a:ext cx="2283600" cy="228480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7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397653"/>
            <a:ext cx="1472905" cy="278400"/>
          </a:xfrm>
          <a:prstGeom prst="rect">
            <a:avLst/>
          </a:prstGeom>
        </p:spPr>
      </p:pic>
      <p:sp>
        <p:nvSpPr>
          <p:cNvPr id="68" name="TextBox 67"/>
          <p:cNvSpPr txBox="1"/>
          <p:nvPr userDrawn="1"/>
        </p:nvSpPr>
        <p:spPr>
          <a:xfrm>
            <a:off x="10058573" y="578832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82553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0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Прямоугольник 56"/>
          <p:cNvSpPr>
            <a:spLocks noChangeAspect="1"/>
          </p:cNvSpPr>
          <p:nvPr/>
        </p:nvSpPr>
        <p:spPr bwMode="auto">
          <a:xfrm>
            <a:off x="9902400" y="4567197"/>
            <a:ext cx="2289600" cy="2290803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406401"/>
            <a:ext cx="9024789" cy="1799772"/>
          </a:xfrm>
          <a:effectLst/>
        </p:spPr>
        <p:txBody>
          <a:bodyPr vert="horz" lIns="0" tIns="0" rIns="0" bIns="72000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/>
              </a:defRPr>
            </a:lvl1pPr>
          </a:lstStyle>
          <a:p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3151866"/>
            <a:ext cx="8977207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4063296"/>
            <a:ext cx="8977207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397653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573" y="578832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rgbClr val="FFFFFF"/>
                </a:solidFill>
              </a:rPr>
              <a:t>Партнеры</a:t>
            </a:r>
            <a:r>
              <a:rPr lang="ru-RU" sz="1467" baseline="0" dirty="0" smtClean="0">
                <a:solidFill>
                  <a:srgbClr val="FFFFFF"/>
                </a:solidFill>
              </a:rPr>
              <a:t> для роста</a:t>
            </a:r>
            <a:endParaRPr lang="ru-RU" sz="1467" dirty="0">
              <a:solidFill>
                <a:srgbClr val="FFFFFF"/>
              </a:solidFill>
            </a:endParaRP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2" y="4567197"/>
            <a:ext cx="9896399" cy="2290803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grpSp>
        <p:nvGrpSpPr>
          <p:cNvPr id="7" name="Группа 6"/>
          <p:cNvGrpSpPr>
            <a:grpSpLocks noChangeAspect="1"/>
          </p:cNvGrpSpPr>
          <p:nvPr/>
        </p:nvGrpSpPr>
        <p:grpSpPr>
          <a:xfrm>
            <a:off x="9902400" y="2283599"/>
            <a:ext cx="2289600" cy="2290803"/>
            <a:chOff x="7431300" y="1712699"/>
            <a:chExt cx="1717200" cy="1718102"/>
          </a:xfrm>
        </p:grpSpPr>
        <p:sp>
          <p:nvSpPr>
            <p:cNvPr id="58" name="Прямоугольник 57"/>
            <p:cNvSpPr>
              <a:spLocks noChangeAspect="1"/>
            </p:cNvSpPr>
            <p:nvPr/>
          </p:nvSpPr>
          <p:spPr bwMode="auto">
            <a:xfrm>
              <a:off x="7431300" y="1712699"/>
              <a:ext cx="1717200" cy="1718102"/>
            </a:xfrm>
            <a:custGeom>
              <a:avLst/>
              <a:gdLst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  <a:gd name="connsiteX4" fmla="*/ 0 w 1712700"/>
                <a:gd name="connsiteY4" fmla="*/ 0 h 1713600"/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0 w 1712700"/>
                <a:gd name="connsiteY2" fmla="*/ 1713600 h 1713600"/>
                <a:gd name="connsiteX3" fmla="*/ 0 w 1712700"/>
                <a:gd name="connsiteY3" fmla="*/ 0 h 17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700" h="1713600">
                  <a:moveTo>
                    <a:pt x="0" y="0"/>
                  </a:moveTo>
                  <a:lnTo>
                    <a:pt x="1712700" y="0"/>
                  </a:lnTo>
                  <a:lnTo>
                    <a:pt x="0" y="1713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9" name="Прямоугольник 58"/>
            <p:cNvSpPr>
              <a:spLocks noChangeAspect="1"/>
            </p:cNvSpPr>
            <p:nvPr/>
          </p:nvSpPr>
          <p:spPr bwMode="auto">
            <a:xfrm>
              <a:off x="7431300" y="1712699"/>
              <a:ext cx="1717200" cy="1718102"/>
            </a:xfrm>
            <a:custGeom>
              <a:avLst/>
              <a:gdLst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  <a:gd name="connsiteX4" fmla="*/ 0 w 1712700"/>
                <a:gd name="connsiteY4" fmla="*/ 0 h 1713600"/>
                <a:gd name="connsiteX0" fmla="*/ 0 w 1712700"/>
                <a:gd name="connsiteY0" fmla="*/ 171360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700" h="1713600">
                  <a:moveTo>
                    <a:pt x="0" y="1713600"/>
                  </a:moveTo>
                  <a:lnTo>
                    <a:pt x="1712700" y="0"/>
                  </a:lnTo>
                  <a:lnTo>
                    <a:pt x="1712700" y="1713600"/>
                  </a:lnTo>
                  <a:lnTo>
                    <a:pt x="0" y="1713600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04" name="Полилиния 103"/>
          <p:cNvSpPr>
            <a:spLocks noChangeAspect="1"/>
          </p:cNvSpPr>
          <p:nvPr/>
        </p:nvSpPr>
        <p:spPr bwMode="auto">
          <a:xfrm>
            <a:off x="9902405" y="0"/>
            <a:ext cx="2289595" cy="2290803"/>
          </a:xfrm>
          <a:custGeom>
            <a:avLst/>
            <a:gdLst>
              <a:gd name="connsiteX0" fmla="*/ 1712696 w 1712696"/>
              <a:gd name="connsiteY0" fmla="*/ 1664380 h 1713600"/>
              <a:gd name="connsiteX1" fmla="*/ 1712696 w 1712696"/>
              <a:gd name="connsiteY1" fmla="*/ 1713600 h 1713600"/>
              <a:gd name="connsiteX2" fmla="*/ 1666083 w 1712696"/>
              <a:gd name="connsiteY2" fmla="*/ 1713600 h 1713600"/>
              <a:gd name="connsiteX3" fmla="*/ 1712696 w 1712696"/>
              <a:gd name="connsiteY3" fmla="*/ 1277272 h 1713600"/>
              <a:gd name="connsiteX4" fmla="*/ 1712696 w 1712696"/>
              <a:gd name="connsiteY4" fmla="*/ 1476393 h 1713600"/>
              <a:gd name="connsiteX5" fmla="*/ 1488054 w 1712696"/>
              <a:gd name="connsiteY5" fmla="*/ 1713600 h 1713600"/>
              <a:gd name="connsiteX6" fmla="*/ 1299480 w 1712696"/>
              <a:gd name="connsiteY6" fmla="*/ 1713600 h 1713600"/>
              <a:gd name="connsiteX7" fmla="*/ 1712696 w 1712696"/>
              <a:gd name="connsiteY7" fmla="*/ 890163 h 1713600"/>
              <a:gd name="connsiteX8" fmla="*/ 1712696 w 1712696"/>
              <a:gd name="connsiteY8" fmla="*/ 1089285 h 1713600"/>
              <a:gd name="connsiteX9" fmla="*/ 1121451 w 1712696"/>
              <a:gd name="connsiteY9" fmla="*/ 1713600 h 1713600"/>
              <a:gd name="connsiteX10" fmla="*/ 932877 w 1712696"/>
              <a:gd name="connsiteY10" fmla="*/ 1713600 h 1713600"/>
              <a:gd name="connsiteX11" fmla="*/ 1712696 w 1712696"/>
              <a:gd name="connsiteY11" fmla="*/ 503055 h 1713600"/>
              <a:gd name="connsiteX12" fmla="*/ 1712696 w 1712696"/>
              <a:gd name="connsiteY12" fmla="*/ 702177 h 1713600"/>
              <a:gd name="connsiteX13" fmla="*/ 754848 w 1712696"/>
              <a:gd name="connsiteY13" fmla="*/ 1713600 h 1713600"/>
              <a:gd name="connsiteX14" fmla="*/ 566274 w 1712696"/>
              <a:gd name="connsiteY14" fmla="*/ 1713600 h 1713600"/>
              <a:gd name="connsiteX15" fmla="*/ 1712696 w 1712696"/>
              <a:gd name="connsiteY15" fmla="*/ 115947 h 1713600"/>
              <a:gd name="connsiteX16" fmla="*/ 1712696 w 1712696"/>
              <a:gd name="connsiteY16" fmla="*/ 315069 h 1713600"/>
              <a:gd name="connsiteX17" fmla="*/ 388245 w 1712696"/>
              <a:gd name="connsiteY17" fmla="*/ 1713600 h 1713600"/>
              <a:gd name="connsiteX18" fmla="*/ 199671 w 1712696"/>
              <a:gd name="connsiteY18" fmla="*/ 1713600 h 1713600"/>
              <a:gd name="connsiteX19" fmla="*/ 0 w 1712696"/>
              <a:gd name="connsiteY19" fmla="*/ 0 h 1713600"/>
              <a:gd name="connsiteX20" fmla="*/ 1712696 w 1712696"/>
              <a:gd name="connsiteY20" fmla="*/ 0 h 1713600"/>
              <a:gd name="connsiteX21" fmla="*/ 1712696 w 1712696"/>
              <a:gd name="connsiteY21" fmla="*/ 1801 h 1713600"/>
              <a:gd name="connsiteX22" fmla="*/ 1642767 w 1712696"/>
              <a:gd name="connsiteY22" fmla="*/ 1801 h 1713600"/>
              <a:gd name="connsiteX23" fmla="*/ 21642 w 1712696"/>
              <a:gd name="connsiteY23" fmla="*/ 1713600 h 1713600"/>
              <a:gd name="connsiteX24" fmla="*/ 0 w 1712696"/>
              <a:gd name="connsiteY24" fmla="*/ 1713600 h 1713600"/>
              <a:gd name="connsiteX25" fmla="*/ 0 w 1712696"/>
              <a:gd name="connsiteY25" fmla="*/ 1537331 h 1713600"/>
              <a:gd name="connsiteX26" fmla="*/ 1454193 w 1712696"/>
              <a:gd name="connsiteY26" fmla="*/ 1801 h 1713600"/>
              <a:gd name="connsiteX27" fmla="*/ 1276164 w 1712696"/>
              <a:gd name="connsiteY27" fmla="*/ 1801 h 1713600"/>
              <a:gd name="connsiteX28" fmla="*/ 0 w 1712696"/>
              <a:gd name="connsiteY28" fmla="*/ 1349344 h 1713600"/>
              <a:gd name="connsiteX29" fmla="*/ 0 w 1712696"/>
              <a:gd name="connsiteY29" fmla="*/ 1150223 h 1713600"/>
              <a:gd name="connsiteX30" fmla="*/ 1087590 w 1712696"/>
              <a:gd name="connsiteY30" fmla="*/ 1801 h 1713600"/>
              <a:gd name="connsiteX31" fmla="*/ 909561 w 1712696"/>
              <a:gd name="connsiteY31" fmla="*/ 1801 h 1713600"/>
              <a:gd name="connsiteX32" fmla="*/ 0 w 1712696"/>
              <a:gd name="connsiteY32" fmla="*/ 962236 h 1713600"/>
              <a:gd name="connsiteX33" fmla="*/ 0 w 1712696"/>
              <a:gd name="connsiteY33" fmla="*/ 763115 h 1713600"/>
              <a:gd name="connsiteX34" fmla="*/ 720987 w 1712696"/>
              <a:gd name="connsiteY34" fmla="*/ 1801 h 1713600"/>
              <a:gd name="connsiteX35" fmla="*/ 542958 w 1712696"/>
              <a:gd name="connsiteY35" fmla="*/ 1801 h 1713600"/>
              <a:gd name="connsiteX36" fmla="*/ 0 w 1712696"/>
              <a:gd name="connsiteY36" fmla="*/ 575128 h 1713600"/>
              <a:gd name="connsiteX37" fmla="*/ 0 w 1712696"/>
              <a:gd name="connsiteY37" fmla="*/ 376007 h 1713600"/>
              <a:gd name="connsiteX38" fmla="*/ 354384 w 1712696"/>
              <a:gd name="connsiteY38" fmla="*/ 1801 h 1713600"/>
              <a:gd name="connsiteX39" fmla="*/ 176355 w 1712696"/>
              <a:gd name="connsiteY39" fmla="*/ 1801 h 1713600"/>
              <a:gd name="connsiteX40" fmla="*/ 0 w 1712696"/>
              <a:gd name="connsiteY40" fmla="*/ 188020 h 171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712696" h="1713600">
                <a:moveTo>
                  <a:pt x="1712696" y="1664380"/>
                </a:moveTo>
                <a:lnTo>
                  <a:pt x="1712696" y="1713600"/>
                </a:lnTo>
                <a:lnTo>
                  <a:pt x="1666083" y="1713600"/>
                </a:lnTo>
                <a:close/>
                <a:moveTo>
                  <a:pt x="1712696" y="1277272"/>
                </a:moveTo>
                <a:lnTo>
                  <a:pt x="1712696" y="1476393"/>
                </a:lnTo>
                <a:lnTo>
                  <a:pt x="1488054" y="1713600"/>
                </a:lnTo>
                <a:lnTo>
                  <a:pt x="1299480" y="1713600"/>
                </a:lnTo>
                <a:close/>
                <a:moveTo>
                  <a:pt x="1712696" y="890163"/>
                </a:moveTo>
                <a:lnTo>
                  <a:pt x="1712696" y="1089285"/>
                </a:lnTo>
                <a:lnTo>
                  <a:pt x="1121451" y="1713600"/>
                </a:lnTo>
                <a:lnTo>
                  <a:pt x="932877" y="1713600"/>
                </a:lnTo>
                <a:close/>
                <a:moveTo>
                  <a:pt x="1712696" y="503055"/>
                </a:moveTo>
                <a:lnTo>
                  <a:pt x="1712696" y="702177"/>
                </a:lnTo>
                <a:lnTo>
                  <a:pt x="754848" y="1713600"/>
                </a:lnTo>
                <a:lnTo>
                  <a:pt x="566274" y="1713600"/>
                </a:lnTo>
                <a:close/>
                <a:moveTo>
                  <a:pt x="1712696" y="115947"/>
                </a:moveTo>
                <a:lnTo>
                  <a:pt x="1712696" y="315069"/>
                </a:lnTo>
                <a:lnTo>
                  <a:pt x="388245" y="1713600"/>
                </a:lnTo>
                <a:lnTo>
                  <a:pt x="199671" y="1713600"/>
                </a:lnTo>
                <a:close/>
                <a:moveTo>
                  <a:pt x="0" y="0"/>
                </a:moveTo>
                <a:lnTo>
                  <a:pt x="1712696" y="0"/>
                </a:lnTo>
                <a:lnTo>
                  <a:pt x="1712696" y="1801"/>
                </a:lnTo>
                <a:lnTo>
                  <a:pt x="1642767" y="1801"/>
                </a:lnTo>
                <a:lnTo>
                  <a:pt x="21642" y="1713600"/>
                </a:lnTo>
                <a:lnTo>
                  <a:pt x="0" y="1713600"/>
                </a:lnTo>
                <a:lnTo>
                  <a:pt x="0" y="1537331"/>
                </a:lnTo>
                <a:lnTo>
                  <a:pt x="1454193" y="1801"/>
                </a:lnTo>
                <a:lnTo>
                  <a:pt x="1276164" y="1801"/>
                </a:lnTo>
                <a:lnTo>
                  <a:pt x="0" y="1349344"/>
                </a:lnTo>
                <a:lnTo>
                  <a:pt x="0" y="1150223"/>
                </a:lnTo>
                <a:lnTo>
                  <a:pt x="1087590" y="1801"/>
                </a:lnTo>
                <a:lnTo>
                  <a:pt x="909561" y="1801"/>
                </a:lnTo>
                <a:lnTo>
                  <a:pt x="0" y="962236"/>
                </a:lnTo>
                <a:lnTo>
                  <a:pt x="0" y="763115"/>
                </a:lnTo>
                <a:lnTo>
                  <a:pt x="720987" y="1801"/>
                </a:lnTo>
                <a:lnTo>
                  <a:pt x="542958" y="1801"/>
                </a:lnTo>
                <a:lnTo>
                  <a:pt x="0" y="575128"/>
                </a:lnTo>
                <a:lnTo>
                  <a:pt x="0" y="376007"/>
                </a:lnTo>
                <a:lnTo>
                  <a:pt x="354384" y="1801"/>
                </a:lnTo>
                <a:lnTo>
                  <a:pt x="176355" y="1801"/>
                </a:lnTo>
                <a:lnTo>
                  <a:pt x="0" y="188020"/>
                </a:lnTo>
                <a:close/>
              </a:path>
            </a:pathLst>
          </a:cu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7" y="2341107"/>
            <a:ext cx="8977207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40" name="Группа 39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41" name="Прямоугольник 40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2" name="Прямая соединительная линия 41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3" name="Группа 42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4" name="Прямоугольник 43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Прямоугольник 64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6" name="Прямоугольник 65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7" name="Прямоугольник 66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8" name="Прямоугольник 67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9" name="Объект 68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1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9" name="Объект 6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Прямоугольник 69"/>
          <p:cNvSpPr>
            <a:spLocks noChangeAspect="1"/>
          </p:cNvSpPr>
          <p:nvPr userDrawn="1"/>
        </p:nvSpPr>
        <p:spPr bwMode="auto">
          <a:xfrm>
            <a:off x="9902400" y="4567197"/>
            <a:ext cx="2289600" cy="2290803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71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397653"/>
            <a:ext cx="1472905" cy="278400"/>
          </a:xfrm>
          <a:prstGeom prst="rect">
            <a:avLst/>
          </a:prstGeom>
        </p:spPr>
      </p:pic>
      <p:sp>
        <p:nvSpPr>
          <p:cNvPr id="72" name="TextBox 71"/>
          <p:cNvSpPr txBox="1"/>
          <p:nvPr userDrawn="1"/>
        </p:nvSpPr>
        <p:spPr>
          <a:xfrm>
            <a:off x="10058573" y="578832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rgbClr val="FFFFFF"/>
                </a:solidFill>
              </a:rPr>
              <a:t>Партнеры</a:t>
            </a:r>
            <a:r>
              <a:rPr lang="ru-RU" sz="1467" baseline="0" dirty="0" smtClean="0">
                <a:solidFill>
                  <a:srgbClr val="FFFFFF"/>
                </a:solidFill>
              </a:rPr>
              <a:t> для роста</a:t>
            </a:r>
            <a:endParaRPr lang="ru-RU" sz="1467" dirty="0">
              <a:solidFill>
                <a:srgbClr val="FFFFFF"/>
              </a:solidFill>
            </a:endParaRPr>
          </a:p>
        </p:txBody>
      </p:sp>
      <p:grpSp>
        <p:nvGrpSpPr>
          <p:cNvPr id="73" name="Группа 72"/>
          <p:cNvGrpSpPr>
            <a:grpSpLocks noChangeAspect="1"/>
          </p:cNvGrpSpPr>
          <p:nvPr userDrawn="1"/>
        </p:nvGrpSpPr>
        <p:grpSpPr>
          <a:xfrm>
            <a:off x="9902400" y="2283599"/>
            <a:ext cx="2289600" cy="2290803"/>
            <a:chOff x="7431300" y="1712699"/>
            <a:chExt cx="1717200" cy="1718102"/>
          </a:xfrm>
        </p:grpSpPr>
        <p:sp>
          <p:nvSpPr>
            <p:cNvPr id="74" name="Прямоугольник 57"/>
            <p:cNvSpPr>
              <a:spLocks noChangeAspect="1"/>
            </p:cNvSpPr>
            <p:nvPr userDrawn="1"/>
          </p:nvSpPr>
          <p:spPr bwMode="auto">
            <a:xfrm>
              <a:off x="7431300" y="1712699"/>
              <a:ext cx="1717200" cy="1718102"/>
            </a:xfrm>
            <a:custGeom>
              <a:avLst/>
              <a:gdLst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  <a:gd name="connsiteX4" fmla="*/ 0 w 1712700"/>
                <a:gd name="connsiteY4" fmla="*/ 0 h 1713600"/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0 w 1712700"/>
                <a:gd name="connsiteY2" fmla="*/ 1713600 h 1713600"/>
                <a:gd name="connsiteX3" fmla="*/ 0 w 1712700"/>
                <a:gd name="connsiteY3" fmla="*/ 0 h 17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700" h="1713600">
                  <a:moveTo>
                    <a:pt x="0" y="0"/>
                  </a:moveTo>
                  <a:lnTo>
                    <a:pt x="1712700" y="0"/>
                  </a:lnTo>
                  <a:lnTo>
                    <a:pt x="0" y="1713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5" name="Прямоугольник 58"/>
            <p:cNvSpPr>
              <a:spLocks noChangeAspect="1"/>
            </p:cNvSpPr>
            <p:nvPr userDrawn="1"/>
          </p:nvSpPr>
          <p:spPr bwMode="auto">
            <a:xfrm>
              <a:off x="7431300" y="1712699"/>
              <a:ext cx="1717200" cy="1718102"/>
            </a:xfrm>
            <a:custGeom>
              <a:avLst/>
              <a:gdLst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  <a:gd name="connsiteX4" fmla="*/ 0 w 1712700"/>
                <a:gd name="connsiteY4" fmla="*/ 0 h 1713600"/>
                <a:gd name="connsiteX0" fmla="*/ 0 w 1712700"/>
                <a:gd name="connsiteY0" fmla="*/ 171360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700" h="1713600">
                  <a:moveTo>
                    <a:pt x="0" y="1713600"/>
                  </a:moveTo>
                  <a:lnTo>
                    <a:pt x="1712700" y="0"/>
                  </a:lnTo>
                  <a:lnTo>
                    <a:pt x="1712700" y="1713600"/>
                  </a:lnTo>
                  <a:lnTo>
                    <a:pt x="0" y="1713600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76" name="Полилиния 75"/>
          <p:cNvSpPr>
            <a:spLocks noChangeAspect="1"/>
          </p:cNvSpPr>
          <p:nvPr userDrawn="1"/>
        </p:nvSpPr>
        <p:spPr bwMode="auto">
          <a:xfrm>
            <a:off x="9902405" y="0"/>
            <a:ext cx="2289595" cy="2290803"/>
          </a:xfrm>
          <a:custGeom>
            <a:avLst/>
            <a:gdLst>
              <a:gd name="connsiteX0" fmla="*/ 1712696 w 1712696"/>
              <a:gd name="connsiteY0" fmla="*/ 1664380 h 1713600"/>
              <a:gd name="connsiteX1" fmla="*/ 1712696 w 1712696"/>
              <a:gd name="connsiteY1" fmla="*/ 1713600 h 1713600"/>
              <a:gd name="connsiteX2" fmla="*/ 1666083 w 1712696"/>
              <a:gd name="connsiteY2" fmla="*/ 1713600 h 1713600"/>
              <a:gd name="connsiteX3" fmla="*/ 1712696 w 1712696"/>
              <a:gd name="connsiteY3" fmla="*/ 1277272 h 1713600"/>
              <a:gd name="connsiteX4" fmla="*/ 1712696 w 1712696"/>
              <a:gd name="connsiteY4" fmla="*/ 1476393 h 1713600"/>
              <a:gd name="connsiteX5" fmla="*/ 1488054 w 1712696"/>
              <a:gd name="connsiteY5" fmla="*/ 1713600 h 1713600"/>
              <a:gd name="connsiteX6" fmla="*/ 1299480 w 1712696"/>
              <a:gd name="connsiteY6" fmla="*/ 1713600 h 1713600"/>
              <a:gd name="connsiteX7" fmla="*/ 1712696 w 1712696"/>
              <a:gd name="connsiteY7" fmla="*/ 890163 h 1713600"/>
              <a:gd name="connsiteX8" fmla="*/ 1712696 w 1712696"/>
              <a:gd name="connsiteY8" fmla="*/ 1089285 h 1713600"/>
              <a:gd name="connsiteX9" fmla="*/ 1121451 w 1712696"/>
              <a:gd name="connsiteY9" fmla="*/ 1713600 h 1713600"/>
              <a:gd name="connsiteX10" fmla="*/ 932877 w 1712696"/>
              <a:gd name="connsiteY10" fmla="*/ 1713600 h 1713600"/>
              <a:gd name="connsiteX11" fmla="*/ 1712696 w 1712696"/>
              <a:gd name="connsiteY11" fmla="*/ 503055 h 1713600"/>
              <a:gd name="connsiteX12" fmla="*/ 1712696 w 1712696"/>
              <a:gd name="connsiteY12" fmla="*/ 702177 h 1713600"/>
              <a:gd name="connsiteX13" fmla="*/ 754848 w 1712696"/>
              <a:gd name="connsiteY13" fmla="*/ 1713600 h 1713600"/>
              <a:gd name="connsiteX14" fmla="*/ 566274 w 1712696"/>
              <a:gd name="connsiteY14" fmla="*/ 1713600 h 1713600"/>
              <a:gd name="connsiteX15" fmla="*/ 1712696 w 1712696"/>
              <a:gd name="connsiteY15" fmla="*/ 115947 h 1713600"/>
              <a:gd name="connsiteX16" fmla="*/ 1712696 w 1712696"/>
              <a:gd name="connsiteY16" fmla="*/ 315069 h 1713600"/>
              <a:gd name="connsiteX17" fmla="*/ 388245 w 1712696"/>
              <a:gd name="connsiteY17" fmla="*/ 1713600 h 1713600"/>
              <a:gd name="connsiteX18" fmla="*/ 199671 w 1712696"/>
              <a:gd name="connsiteY18" fmla="*/ 1713600 h 1713600"/>
              <a:gd name="connsiteX19" fmla="*/ 0 w 1712696"/>
              <a:gd name="connsiteY19" fmla="*/ 0 h 1713600"/>
              <a:gd name="connsiteX20" fmla="*/ 1712696 w 1712696"/>
              <a:gd name="connsiteY20" fmla="*/ 0 h 1713600"/>
              <a:gd name="connsiteX21" fmla="*/ 1712696 w 1712696"/>
              <a:gd name="connsiteY21" fmla="*/ 1801 h 1713600"/>
              <a:gd name="connsiteX22" fmla="*/ 1642767 w 1712696"/>
              <a:gd name="connsiteY22" fmla="*/ 1801 h 1713600"/>
              <a:gd name="connsiteX23" fmla="*/ 21642 w 1712696"/>
              <a:gd name="connsiteY23" fmla="*/ 1713600 h 1713600"/>
              <a:gd name="connsiteX24" fmla="*/ 0 w 1712696"/>
              <a:gd name="connsiteY24" fmla="*/ 1713600 h 1713600"/>
              <a:gd name="connsiteX25" fmla="*/ 0 w 1712696"/>
              <a:gd name="connsiteY25" fmla="*/ 1537331 h 1713600"/>
              <a:gd name="connsiteX26" fmla="*/ 1454193 w 1712696"/>
              <a:gd name="connsiteY26" fmla="*/ 1801 h 1713600"/>
              <a:gd name="connsiteX27" fmla="*/ 1276164 w 1712696"/>
              <a:gd name="connsiteY27" fmla="*/ 1801 h 1713600"/>
              <a:gd name="connsiteX28" fmla="*/ 0 w 1712696"/>
              <a:gd name="connsiteY28" fmla="*/ 1349344 h 1713600"/>
              <a:gd name="connsiteX29" fmla="*/ 0 w 1712696"/>
              <a:gd name="connsiteY29" fmla="*/ 1150223 h 1713600"/>
              <a:gd name="connsiteX30" fmla="*/ 1087590 w 1712696"/>
              <a:gd name="connsiteY30" fmla="*/ 1801 h 1713600"/>
              <a:gd name="connsiteX31" fmla="*/ 909561 w 1712696"/>
              <a:gd name="connsiteY31" fmla="*/ 1801 h 1713600"/>
              <a:gd name="connsiteX32" fmla="*/ 0 w 1712696"/>
              <a:gd name="connsiteY32" fmla="*/ 962236 h 1713600"/>
              <a:gd name="connsiteX33" fmla="*/ 0 w 1712696"/>
              <a:gd name="connsiteY33" fmla="*/ 763115 h 1713600"/>
              <a:gd name="connsiteX34" fmla="*/ 720987 w 1712696"/>
              <a:gd name="connsiteY34" fmla="*/ 1801 h 1713600"/>
              <a:gd name="connsiteX35" fmla="*/ 542958 w 1712696"/>
              <a:gd name="connsiteY35" fmla="*/ 1801 h 1713600"/>
              <a:gd name="connsiteX36" fmla="*/ 0 w 1712696"/>
              <a:gd name="connsiteY36" fmla="*/ 575128 h 1713600"/>
              <a:gd name="connsiteX37" fmla="*/ 0 w 1712696"/>
              <a:gd name="connsiteY37" fmla="*/ 376007 h 1713600"/>
              <a:gd name="connsiteX38" fmla="*/ 354384 w 1712696"/>
              <a:gd name="connsiteY38" fmla="*/ 1801 h 1713600"/>
              <a:gd name="connsiteX39" fmla="*/ 176355 w 1712696"/>
              <a:gd name="connsiteY39" fmla="*/ 1801 h 1713600"/>
              <a:gd name="connsiteX40" fmla="*/ 0 w 1712696"/>
              <a:gd name="connsiteY40" fmla="*/ 188020 h 171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712696" h="1713600">
                <a:moveTo>
                  <a:pt x="1712696" y="1664380"/>
                </a:moveTo>
                <a:lnTo>
                  <a:pt x="1712696" y="1713600"/>
                </a:lnTo>
                <a:lnTo>
                  <a:pt x="1666083" y="1713600"/>
                </a:lnTo>
                <a:close/>
                <a:moveTo>
                  <a:pt x="1712696" y="1277272"/>
                </a:moveTo>
                <a:lnTo>
                  <a:pt x="1712696" y="1476393"/>
                </a:lnTo>
                <a:lnTo>
                  <a:pt x="1488054" y="1713600"/>
                </a:lnTo>
                <a:lnTo>
                  <a:pt x="1299480" y="1713600"/>
                </a:lnTo>
                <a:close/>
                <a:moveTo>
                  <a:pt x="1712696" y="890163"/>
                </a:moveTo>
                <a:lnTo>
                  <a:pt x="1712696" y="1089285"/>
                </a:lnTo>
                <a:lnTo>
                  <a:pt x="1121451" y="1713600"/>
                </a:lnTo>
                <a:lnTo>
                  <a:pt x="932877" y="1713600"/>
                </a:lnTo>
                <a:close/>
                <a:moveTo>
                  <a:pt x="1712696" y="503055"/>
                </a:moveTo>
                <a:lnTo>
                  <a:pt x="1712696" y="702177"/>
                </a:lnTo>
                <a:lnTo>
                  <a:pt x="754848" y="1713600"/>
                </a:lnTo>
                <a:lnTo>
                  <a:pt x="566274" y="1713600"/>
                </a:lnTo>
                <a:close/>
                <a:moveTo>
                  <a:pt x="1712696" y="115947"/>
                </a:moveTo>
                <a:lnTo>
                  <a:pt x="1712696" y="315069"/>
                </a:lnTo>
                <a:lnTo>
                  <a:pt x="388245" y="1713600"/>
                </a:lnTo>
                <a:lnTo>
                  <a:pt x="199671" y="1713600"/>
                </a:lnTo>
                <a:close/>
                <a:moveTo>
                  <a:pt x="0" y="0"/>
                </a:moveTo>
                <a:lnTo>
                  <a:pt x="1712696" y="0"/>
                </a:lnTo>
                <a:lnTo>
                  <a:pt x="1712696" y="1801"/>
                </a:lnTo>
                <a:lnTo>
                  <a:pt x="1642767" y="1801"/>
                </a:lnTo>
                <a:lnTo>
                  <a:pt x="21642" y="1713600"/>
                </a:lnTo>
                <a:lnTo>
                  <a:pt x="0" y="1713600"/>
                </a:lnTo>
                <a:lnTo>
                  <a:pt x="0" y="1537331"/>
                </a:lnTo>
                <a:lnTo>
                  <a:pt x="1454193" y="1801"/>
                </a:lnTo>
                <a:lnTo>
                  <a:pt x="1276164" y="1801"/>
                </a:lnTo>
                <a:lnTo>
                  <a:pt x="0" y="1349344"/>
                </a:lnTo>
                <a:lnTo>
                  <a:pt x="0" y="1150223"/>
                </a:lnTo>
                <a:lnTo>
                  <a:pt x="1087590" y="1801"/>
                </a:lnTo>
                <a:lnTo>
                  <a:pt x="909561" y="1801"/>
                </a:lnTo>
                <a:lnTo>
                  <a:pt x="0" y="962236"/>
                </a:lnTo>
                <a:lnTo>
                  <a:pt x="0" y="763115"/>
                </a:lnTo>
                <a:lnTo>
                  <a:pt x="720987" y="1801"/>
                </a:lnTo>
                <a:lnTo>
                  <a:pt x="542958" y="1801"/>
                </a:lnTo>
                <a:lnTo>
                  <a:pt x="0" y="575128"/>
                </a:lnTo>
                <a:lnTo>
                  <a:pt x="0" y="376007"/>
                </a:lnTo>
                <a:lnTo>
                  <a:pt x="354384" y="1801"/>
                </a:lnTo>
                <a:lnTo>
                  <a:pt x="176355" y="1801"/>
                </a:lnTo>
                <a:lnTo>
                  <a:pt x="0" y="188020"/>
                </a:lnTo>
                <a:close/>
              </a:path>
            </a:pathLst>
          </a:cu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6983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4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387049"/>
            <a:ext cx="9024789" cy="1819159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>
                <a:ln>
                  <a:noFill/>
                </a:ln>
                <a:solidFill>
                  <a:schemeClr val="tx2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3123707"/>
            <a:ext cx="8977207" cy="1400669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10155767" y="4063296"/>
            <a:ext cx="1779559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Место (город)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Месяц Год</a:t>
            </a:r>
            <a:endParaRPr lang="ru-RU" dirty="0"/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474848"/>
            <a:ext cx="1472905" cy="278400"/>
          </a:xfrm>
          <a:prstGeom prst="rect">
            <a:avLst/>
          </a:prstGeom>
        </p:spPr>
      </p:pic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3" y="4573200"/>
            <a:ext cx="7621197" cy="22848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6" name="Рисунок 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07200" y="4573200"/>
            <a:ext cx="2284800" cy="2284800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5" name="Рисунок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622401" y="4573200"/>
            <a:ext cx="2284799" cy="2284800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7" y="2341107"/>
            <a:ext cx="8977207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smtClean="0"/>
              <a:t>Подзаголовок (заполняется по необходимости)</a:t>
            </a:r>
            <a:endParaRPr lang="ru-RU" dirty="0" smtClean="0"/>
          </a:p>
        </p:txBody>
      </p:sp>
      <p:grpSp>
        <p:nvGrpSpPr>
          <p:cNvPr id="37" name="Группа 36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9" name="Прямая соединительная линия 38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" name="Группа 39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1" name="Прямоугольник 40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Прямоугольник 58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3" name="Объект 62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5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3" name="Объект 6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4" name="Picture 29"/>
          <p:cNvPicPr>
            <a:picLocks noChangeAspect="1"/>
          </p:cNvPicPr>
          <p:nvPr userDrawn="1"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474848"/>
            <a:ext cx="1472905" cy="2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2672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8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387048"/>
            <a:ext cx="9024789" cy="1799771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>
                <a:ln>
                  <a:noFill/>
                </a:ln>
                <a:solidFill>
                  <a:schemeClr val="tx2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3123707"/>
            <a:ext cx="8977207" cy="1400669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10155767" y="4063296"/>
            <a:ext cx="1779559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Место (город)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Месяц Год</a:t>
            </a:r>
            <a:endParaRPr lang="ru-RU" dirty="0"/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474848"/>
            <a:ext cx="1472905" cy="278400"/>
          </a:xfrm>
          <a:prstGeom prst="rect">
            <a:avLst/>
          </a:prstGeom>
        </p:spPr>
      </p:pic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3" y="4573200"/>
            <a:ext cx="7621197" cy="22848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grpSp>
        <p:nvGrpSpPr>
          <p:cNvPr id="3" name="Группа 2"/>
          <p:cNvGrpSpPr>
            <a:grpSpLocks noChangeAspect="1"/>
          </p:cNvGrpSpPr>
          <p:nvPr/>
        </p:nvGrpSpPr>
        <p:grpSpPr>
          <a:xfrm>
            <a:off x="7613999" y="4567197"/>
            <a:ext cx="2289600" cy="2290803"/>
            <a:chOff x="5493178" y="3425398"/>
            <a:chExt cx="1717200" cy="1718102"/>
          </a:xfrm>
        </p:grpSpPr>
        <p:sp>
          <p:nvSpPr>
            <p:cNvPr id="57" name="Прямоугольник 56"/>
            <p:cNvSpPr>
              <a:spLocks noChangeAspect="1"/>
            </p:cNvSpPr>
            <p:nvPr/>
          </p:nvSpPr>
          <p:spPr bwMode="auto">
            <a:xfrm>
              <a:off x="5493178" y="3425398"/>
              <a:ext cx="1717200" cy="171810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6" name="Прямоугольник 55"/>
            <p:cNvSpPr>
              <a:spLocks noChangeAspect="1"/>
            </p:cNvSpPr>
            <p:nvPr/>
          </p:nvSpPr>
          <p:spPr bwMode="auto">
            <a:xfrm>
              <a:off x="5494026" y="3426300"/>
              <a:ext cx="1716352" cy="1717200"/>
            </a:xfrm>
            <a:custGeom>
              <a:avLst/>
              <a:gdLst>
                <a:gd name="connsiteX0" fmla="*/ 0 w 2570400"/>
                <a:gd name="connsiteY0" fmla="*/ 0 h 2571750"/>
                <a:gd name="connsiteX1" fmla="*/ 2570400 w 2570400"/>
                <a:gd name="connsiteY1" fmla="*/ 0 h 2571750"/>
                <a:gd name="connsiteX2" fmla="*/ 2570400 w 2570400"/>
                <a:gd name="connsiteY2" fmla="*/ 2571750 h 2571750"/>
                <a:gd name="connsiteX3" fmla="*/ 0 w 2570400"/>
                <a:gd name="connsiteY3" fmla="*/ 2571750 h 2571750"/>
                <a:gd name="connsiteX4" fmla="*/ 0 w 2570400"/>
                <a:gd name="connsiteY4" fmla="*/ 0 h 2571750"/>
                <a:gd name="connsiteX0" fmla="*/ 0 w 2570480"/>
                <a:gd name="connsiteY0" fmla="*/ 0 h 2571750"/>
                <a:gd name="connsiteX1" fmla="*/ 2570400 w 2570480"/>
                <a:gd name="connsiteY1" fmla="*/ 0 h 2571750"/>
                <a:gd name="connsiteX2" fmla="*/ 2570480 w 2570480"/>
                <a:gd name="connsiteY2" fmla="*/ 1285240 h 2571750"/>
                <a:gd name="connsiteX3" fmla="*/ 2570400 w 2570480"/>
                <a:gd name="connsiteY3" fmla="*/ 2571750 h 2571750"/>
                <a:gd name="connsiteX4" fmla="*/ 0 w 2570480"/>
                <a:gd name="connsiteY4" fmla="*/ 2571750 h 2571750"/>
                <a:gd name="connsiteX5" fmla="*/ 0 w 2570480"/>
                <a:gd name="connsiteY5" fmla="*/ 0 h 2571750"/>
                <a:gd name="connsiteX0" fmla="*/ 0 w 2570480"/>
                <a:gd name="connsiteY0" fmla="*/ 0 h 2571750"/>
                <a:gd name="connsiteX1" fmla="*/ 2570480 w 2570480"/>
                <a:gd name="connsiteY1" fmla="*/ 1285240 h 2571750"/>
                <a:gd name="connsiteX2" fmla="*/ 2570400 w 2570480"/>
                <a:gd name="connsiteY2" fmla="*/ 2571750 h 2571750"/>
                <a:gd name="connsiteX3" fmla="*/ 0 w 2570480"/>
                <a:gd name="connsiteY3" fmla="*/ 2571750 h 2571750"/>
                <a:gd name="connsiteX4" fmla="*/ 0 w 2570480"/>
                <a:gd name="connsiteY4" fmla="*/ 0 h 2571750"/>
                <a:gd name="connsiteX0" fmla="*/ 0 w 2570480"/>
                <a:gd name="connsiteY0" fmla="*/ 0 h 2599737"/>
                <a:gd name="connsiteX1" fmla="*/ 2570480 w 2570480"/>
                <a:gd name="connsiteY1" fmla="*/ 1285240 h 2599737"/>
                <a:gd name="connsiteX2" fmla="*/ 0 w 2570480"/>
                <a:gd name="connsiteY2" fmla="*/ 2571750 h 2599737"/>
                <a:gd name="connsiteX3" fmla="*/ 0 w 2570480"/>
                <a:gd name="connsiteY3" fmla="*/ 0 h 2599737"/>
                <a:gd name="connsiteX0" fmla="*/ 0 w 2570480"/>
                <a:gd name="connsiteY0" fmla="*/ 0 h 2605277"/>
                <a:gd name="connsiteX1" fmla="*/ 2570480 w 2570480"/>
                <a:gd name="connsiteY1" fmla="*/ 1285240 h 2605277"/>
                <a:gd name="connsiteX2" fmla="*/ 0 w 2570480"/>
                <a:gd name="connsiteY2" fmla="*/ 2571750 h 2605277"/>
                <a:gd name="connsiteX3" fmla="*/ 0 w 2570480"/>
                <a:gd name="connsiteY3" fmla="*/ 0 h 2605277"/>
                <a:gd name="connsiteX0" fmla="*/ 0 w 2570480"/>
                <a:gd name="connsiteY0" fmla="*/ 0 h 2571750"/>
                <a:gd name="connsiteX1" fmla="*/ 2570480 w 2570480"/>
                <a:gd name="connsiteY1" fmla="*/ 1285240 h 2571750"/>
                <a:gd name="connsiteX2" fmla="*/ 0 w 2570480"/>
                <a:gd name="connsiteY2" fmla="*/ 2571750 h 2571750"/>
                <a:gd name="connsiteX3" fmla="*/ 0 w 2570480"/>
                <a:gd name="connsiteY3" fmla="*/ 0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0480" h="2571750">
                  <a:moveTo>
                    <a:pt x="0" y="0"/>
                  </a:moveTo>
                  <a:lnTo>
                    <a:pt x="2570480" y="1285240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58" name="Группа 57"/>
          <p:cNvGrpSpPr>
            <a:grpSpLocks noChangeAspect="1"/>
          </p:cNvGrpSpPr>
          <p:nvPr/>
        </p:nvGrpSpPr>
        <p:grpSpPr>
          <a:xfrm>
            <a:off x="9903602" y="4568400"/>
            <a:ext cx="2288399" cy="2289600"/>
            <a:chOff x="6573600" y="0"/>
            <a:chExt cx="2570400" cy="2571750"/>
          </a:xfrm>
        </p:grpSpPr>
        <p:sp>
          <p:nvSpPr>
            <p:cNvPr id="59" name="Прямоугольник 58"/>
            <p:cNvSpPr/>
            <p:nvPr/>
          </p:nvSpPr>
          <p:spPr bwMode="auto">
            <a:xfrm>
              <a:off x="6573600" y="0"/>
              <a:ext cx="2570400" cy="257175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0" name="Полилиния 59"/>
            <p:cNvSpPr>
              <a:spLocks/>
            </p:cNvSpPr>
            <p:nvPr/>
          </p:nvSpPr>
          <p:spPr bwMode="auto">
            <a:xfrm>
              <a:off x="6573600" y="0"/>
              <a:ext cx="2570400" cy="2570400"/>
            </a:xfrm>
            <a:custGeom>
              <a:avLst/>
              <a:gdLst>
                <a:gd name="connsiteX0" fmla="*/ 0 w 5132824"/>
                <a:gd name="connsiteY0" fmla="*/ 4399953 h 5144399"/>
                <a:gd name="connsiteX1" fmla="*/ 505180 w 5132824"/>
                <a:gd name="connsiteY1" fmla="*/ 4891013 h 5144399"/>
                <a:gd name="connsiteX2" fmla="*/ 0 w 5132824"/>
                <a:gd name="connsiteY2" fmla="*/ 5144399 h 5144399"/>
                <a:gd name="connsiteX3" fmla="*/ 0 w 5132824"/>
                <a:gd name="connsiteY3" fmla="*/ 3421556 h 5144399"/>
                <a:gd name="connsiteX4" fmla="*/ 1169120 w 5132824"/>
                <a:gd name="connsiteY4" fmla="*/ 4557997 h 5144399"/>
                <a:gd name="connsiteX5" fmla="*/ 811051 w 5132824"/>
                <a:gd name="connsiteY5" fmla="*/ 4737595 h 5144399"/>
                <a:gd name="connsiteX6" fmla="*/ 0 w 5132824"/>
                <a:gd name="connsiteY6" fmla="*/ 3943515 h 5144399"/>
                <a:gd name="connsiteX7" fmla="*/ 0 w 5132824"/>
                <a:gd name="connsiteY7" fmla="*/ 2443159 h 5144399"/>
                <a:gd name="connsiteX8" fmla="*/ 1833059 w 5132824"/>
                <a:gd name="connsiteY8" fmla="*/ 4224981 h 5144399"/>
                <a:gd name="connsiteX9" fmla="*/ 1476617 w 5132824"/>
                <a:gd name="connsiteY9" fmla="*/ 4403764 h 5144399"/>
                <a:gd name="connsiteX10" fmla="*/ 0 w 5132824"/>
                <a:gd name="connsiteY10" fmla="*/ 2958045 h 5144399"/>
                <a:gd name="connsiteX11" fmla="*/ 4116478 w 5132824"/>
                <a:gd name="connsiteY11" fmla="*/ 2061035 h 5144399"/>
                <a:gd name="connsiteX12" fmla="*/ 5132824 w 5132824"/>
                <a:gd name="connsiteY12" fmla="*/ 2569899 h 5144399"/>
                <a:gd name="connsiteX13" fmla="*/ 4804444 w 5132824"/>
                <a:gd name="connsiteY13" fmla="*/ 2734606 h 5144399"/>
                <a:gd name="connsiteX14" fmla="*/ 0 w 5132824"/>
                <a:gd name="connsiteY14" fmla="*/ 1464763 h 5144399"/>
                <a:gd name="connsiteX15" fmla="*/ 2496999 w 5132824"/>
                <a:gd name="connsiteY15" fmla="*/ 3891965 h 5144399"/>
                <a:gd name="connsiteX16" fmla="*/ 2142183 w 5132824"/>
                <a:gd name="connsiteY16" fmla="*/ 4069932 h 5144399"/>
                <a:gd name="connsiteX17" fmla="*/ 0 w 5132824"/>
                <a:gd name="connsiteY17" fmla="*/ 1972575 h 5144399"/>
                <a:gd name="connsiteX18" fmla="*/ 2056530 w 5132824"/>
                <a:gd name="connsiteY18" fmla="*/ 1029662 h 5144399"/>
                <a:gd name="connsiteX19" fmla="*/ 3119486 w 5132824"/>
                <a:gd name="connsiteY19" fmla="*/ 1561862 h 5144399"/>
                <a:gd name="connsiteX20" fmla="*/ 4488817 w 5132824"/>
                <a:gd name="connsiteY20" fmla="*/ 2892917 h 5144399"/>
                <a:gd name="connsiteX21" fmla="*/ 4138879 w 5132824"/>
                <a:gd name="connsiteY21" fmla="*/ 3068437 h 5144399"/>
                <a:gd name="connsiteX22" fmla="*/ 0 w 5132824"/>
                <a:gd name="connsiteY22" fmla="*/ 486366 h 5144399"/>
                <a:gd name="connsiteX23" fmla="*/ 3160939 w 5132824"/>
                <a:gd name="connsiteY23" fmla="*/ 3558949 h 5144399"/>
                <a:gd name="connsiteX24" fmla="*/ 2807748 w 5132824"/>
                <a:gd name="connsiteY24" fmla="*/ 3736100 h 5144399"/>
                <a:gd name="connsiteX25" fmla="*/ 0 w 5132824"/>
                <a:gd name="connsiteY25" fmla="*/ 987105 h 5144399"/>
                <a:gd name="connsiteX26" fmla="*/ 0 w 5132824"/>
                <a:gd name="connsiteY26" fmla="*/ 0 h 5144399"/>
                <a:gd name="connsiteX27" fmla="*/ 1043834 w 5132824"/>
                <a:gd name="connsiteY27" fmla="*/ 522626 h 5144399"/>
                <a:gd name="connsiteX28" fmla="*/ 3824878 w 5132824"/>
                <a:gd name="connsiteY28" fmla="*/ 3225933 h 5144399"/>
                <a:gd name="connsiteX29" fmla="*/ 3473314 w 5132824"/>
                <a:gd name="connsiteY29" fmla="*/ 3402269 h 5144399"/>
                <a:gd name="connsiteX30" fmla="*/ 0 w 5132824"/>
                <a:gd name="connsiteY30" fmla="*/ 1635 h 514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132824" h="5144399">
                  <a:moveTo>
                    <a:pt x="0" y="4399953"/>
                  </a:moveTo>
                  <a:lnTo>
                    <a:pt x="505180" y="4891013"/>
                  </a:lnTo>
                  <a:lnTo>
                    <a:pt x="0" y="5144399"/>
                  </a:lnTo>
                  <a:close/>
                  <a:moveTo>
                    <a:pt x="0" y="3421556"/>
                  </a:moveTo>
                  <a:lnTo>
                    <a:pt x="1169120" y="4557997"/>
                  </a:lnTo>
                  <a:lnTo>
                    <a:pt x="811051" y="4737595"/>
                  </a:lnTo>
                  <a:lnTo>
                    <a:pt x="0" y="3943515"/>
                  </a:lnTo>
                  <a:close/>
                  <a:moveTo>
                    <a:pt x="0" y="2443159"/>
                  </a:moveTo>
                  <a:lnTo>
                    <a:pt x="1833059" y="4224981"/>
                  </a:lnTo>
                  <a:lnTo>
                    <a:pt x="1476617" y="4403764"/>
                  </a:lnTo>
                  <a:lnTo>
                    <a:pt x="0" y="2958045"/>
                  </a:lnTo>
                  <a:close/>
                  <a:moveTo>
                    <a:pt x="4116478" y="2061035"/>
                  </a:moveTo>
                  <a:lnTo>
                    <a:pt x="5132824" y="2569899"/>
                  </a:lnTo>
                  <a:lnTo>
                    <a:pt x="4804444" y="2734606"/>
                  </a:lnTo>
                  <a:close/>
                  <a:moveTo>
                    <a:pt x="0" y="1464763"/>
                  </a:moveTo>
                  <a:lnTo>
                    <a:pt x="2496999" y="3891965"/>
                  </a:lnTo>
                  <a:lnTo>
                    <a:pt x="2142183" y="4069932"/>
                  </a:lnTo>
                  <a:lnTo>
                    <a:pt x="0" y="1972575"/>
                  </a:lnTo>
                  <a:close/>
                  <a:moveTo>
                    <a:pt x="2056530" y="1029662"/>
                  </a:moveTo>
                  <a:lnTo>
                    <a:pt x="3119486" y="1561862"/>
                  </a:lnTo>
                  <a:lnTo>
                    <a:pt x="4488817" y="2892917"/>
                  </a:lnTo>
                  <a:lnTo>
                    <a:pt x="4138879" y="3068437"/>
                  </a:lnTo>
                  <a:close/>
                  <a:moveTo>
                    <a:pt x="0" y="486366"/>
                  </a:moveTo>
                  <a:lnTo>
                    <a:pt x="3160939" y="3558949"/>
                  </a:lnTo>
                  <a:lnTo>
                    <a:pt x="2807748" y="3736100"/>
                  </a:lnTo>
                  <a:lnTo>
                    <a:pt x="0" y="987105"/>
                  </a:lnTo>
                  <a:close/>
                  <a:moveTo>
                    <a:pt x="0" y="0"/>
                  </a:moveTo>
                  <a:lnTo>
                    <a:pt x="1043834" y="522626"/>
                  </a:lnTo>
                  <a:lnTo>
                    <a:pt x="3824878" y="3225933"/>
                  </a:lnTo>
                  <a:lnTo>
                    <a:pt x="3473314" y="3402269"/>
                  </a:lnTo>
                  <a:lnTo>
                    <a:pt x="0" y="1635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1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1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7" y="2341107"/>
            <a:ext cx="8977207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40" name="Группа 39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41" name="Прямоугольник 40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2" name="Прямая соединительная линия 41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3" name="Группа 42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4" name="Прямоугольник 43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Прямоугольник 63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Прямоугольник 66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8" name="Прямоугольник 67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9" name="Прямоугольник 68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0" name="Прямоугольник 69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71" name="Объект 70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9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71" name="Объект 7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" name="Picture 29"/>
          <p:cNvPicPr>
            <a:picLocks noChangeAspect="1"/>
          </p:cNvPicPr>
          <p:nvPr userDrawn="1"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474848"/>
            <a:ext cx="1472905" cy="278400"/>
          </a:xfrm>
          <a:prstGeom prst="rect">
            <a:avLst/>
          </a:prstGeom>
        </p:spPr>
      </p:pic>
      <p:sp>
        <p:nvSpPr>
          <p:cNvPr id="73" name="Полилиния 72"/>
          <p:cNvSpPr>
            <a:spLocks/>
          </p:cNvSpPr>
          <p:nvPr userDrawn="1"/>
        </p:nvSpPr>
        <p:spPr bwMode="auto">
          <a:xfrm>
            <a:off x="9903602" y="4568401"/>
            <a:ext cx="2288399" cy="2288399"/>
          </a:xfrm>
          <a:custGeom>
            <a:avLst/>
            <a:gdLst>
              <a:gd name="connsiteX0" fmla="*/ 0 w 5132824"/>
              <a:gd name="connsiteY0" fmla="*/ 4399953 h 5144399"/>
              <a:gd name="connsiteX1" fmla="*/ 505180 w 5132824"/>
              <a:gd name="connsiteY1" fmla="*/ 4891013 h 5144399"/>
              <a:gd name="connsiteX2" fmla="*/ 0 w 5132824"/>
              <a:gd name="connsiteY2" fmla="*/ 5144399 h 5144399"/>
              <a:gd name="connsiteX3" fmla="*/ 0 w 5132824"/>
              <a:gd name="connsiteY3" fmla="*/ 3421556 h 5144399"/>
              <a:gd name="connsiteX4" fmla="*/ 1169120 w 5132824"/>
              <a:gd name="connsiteY4" fmla="*/ 4557997 h 5144399"/>
              <a:gd name="connsiteX5" fmla="*/ 811051 w 5132824"/>
              <a:gd name="connsiteY5" fmla="*/ 4737595 h 5144399"/>
              <a:gd name="connsiteX6" fmla="*/ 0 w 5132824"/>
              <a:gd name="connsiteY6" fmla="*/ 3943515 h 5144399"/>
              <a:gd name="connsiteX7" fmla="*/ 0 w 5132824"/>
              <a:gd name="connsiteY7" fmla="*/ 2443159 h 5144399"/>
              <a:gd name="connsiteX8" fmla="*/ 1833059 w 5132824"/>
              <a:gd name="connsiteY8" fmla="*/ 4224981 h 5144399"/>
              <a:gd name="connsiteX9" fmla="*/ 1476617 w 5132824"/>
              <a:gd name="connsiteY9" fmla="*/ 4403764 h 5144399"/>
              <a:gd name="connsiteX10" fmla="*/ 0 w 5132824"/>
              <a:gd name="connsiteY10" fmla="*/ 2958045 h 5144399"/>
              <a:gd name="connsiteX11" fmla="*/ 4116478 w 5132824"/>
              <a:gd name="connsiteY11" fmla="*/ 2061035 h 5144399"/>
              <a:gd name="connsiteX12" fmla="*/ 5132824 w 5132824"/>
              <a:gd name="connsiteY12" fmla="*/ 2569899 h 5144399"/>
              <a:gd name="connsiteX13" fmla="*/ 4804444 w 5132824"/>
              <a:gd name="connsiteY13" fmla="*/ 2734606 h 5144399"/>
              <a:gd name="connsiteX14" fmla="*/ 0 w 5132824"/>
              <a:gd name="connsiteY14" fmla="*/ 1464763 h 5144399"/>
              <a:gd name="connsiteX15" fmla="*/ 2496999 w 5132824"/>
              <a:gd name="connsiteY15" fmla="*/ 3891965 h 5144399"/>
              <a:gd name="connsiteX16" fmla="*/ 2142183 w 5132824"/>
              <a:gd name="connsiteY16" fmla="*/ 4069932 h 5144399"/>
              <a:gd name="connsiteX17" fmla="*/ 0 w 5132824"/>
              <a:gd name="connsiteY17" fmla="*/ 1972575 h 5144399"/>
              <a:gd name="connsiteX18" fmla="*/ 2056530 w 5132824"/>
              <a:gd name="connsiteY18" fmla="*/ 1029662 h 5144399"/>
              <a:gd name="connsiteX19" fmla="*/ 3119486 w 5132824"/>
              <a:gd name="connsiteY19" fmla="*/ 1561862 h 5144399"/>
              <a:gd name="connsiteX20" fmla="*/ 4488817 w 5132824"/>
              <a:gd name="connsiteY20" fmla="*/ 2892917 h 5144399"/>
              <a:gd name="connsiteX21" fmla="*/ 4138879 w 5132824"/>
              <a:gd name="connsiteY21" fmla="*/ 3068437 h 5144399"/>
              <a:gd name="connsiteX22" fmla="*/ 0 w 5132824"/>
              <a:gd name="connsiteY22" fmla="*/ 486366 h 5144399"/>
              <a:gd name="connsiteX23" fmla="*/ 3160939 w 5132824"/>
              <a:gd name="connsiteY23" fmla="*/ 3558949 h 5144399"/>
              <a:gd name="connsiteX24" fmla="*/ 2807748 w 5132824"/>
              <a:gd name="connsiteY24" fmla="*/ 3736100 h 5144399"/>
              <a:gd name="connsiteX25" fmla="*/ 0 w 5132824"/>
              <a:gd name="connsiteY25" fmla="*/ 987105 h 5144399"/>
              <a:gd name="connsiteX26" fmla="*/ 0 w 5132824"/>
              <a:gd name="connsiteY26" fmla="*/ 0 h 5144399"/>
              <a:gd name="connsiteX27" fmla="*/ 1043834 w 5132824"/>
              <a:gd name="connsiteY27" fmla="*/ 522626 h 5144399"/>
              <a:gd name="connsiteX28" fmla="*/ 3824878 w 5132824"/>
              <a:gd name="connsiteY28" fmla="*/ 3225933 h 5144399"/>
              <a:gd name="connsiteX29" fmla="*/ 3473314 w 5132824"/>
              <a:gd name="connsiteY29" fmla="*/ 3402269 h 5144399"/>
              <a:gd name="connsiteX30" fmla="*/ 0 w 5132824"/>
              <a:gd name="connsiteY30" fmla="*/ 1635 h 51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132824" h="5144399">
                <a:moveTo>
                  <a:pt x="0" y="4399953"/>
                </a:moveTo>
                <a:lnTo>
                  <a:pt x="505180" y="4891013"/>
                </a:lnTo>
                <a:lnTo>
                  <a:pt x="0" y="5144399"/>
                </a:lnTo>
                <a:close/>
                <a:moveTo>
                  <a:pt x="0" y="3421556"/>
                </a:moveTo>
                <a:lnTo>
                  <a:pt x="1169120" y="4557997"/>
                </a:lnTo>
                <a:lnTo>
                  <a:pt x="811051" y="4737595"/>
                </a:lnTo>
                <a:lnTo>
                  <a:pt x="0" y="3943515"/>
                </a:lnTo>
                <a:close/>
                <a:moveTo>
                  <a:pt x="0" y="2443159"/>
                </a:moveTo>
                <a:lnTo>
                  <a:pt x="1833059" y="4224981"/>
                </a:lnTo>
                <a:lnTo>
                  <a:pt x="1476617" y="4403764"/>
                </a:lnTo>
                <a:lnTo>
                  <a:pt x="0" y="2958045"/>
                </a:lnTo>
                <a:close/>
                <a:moveTo>
                  <a:pt x="4116478" y="2061035"/>
                </a:moveTo>
                <a:lnTo>
                  <a:pt x="5132824" y="2569899"/>
                </a:lnTo>
                <a:lnTo>
                  <a:pt x="4804444" y="2734606"/>
                </a:lnTo>
                <a:close/>
                <a:moveTo>
                  <a:pt x="0" y="1464763"/>
                </a:moveTo>
                <a:lnTo>
                  <a:pt x="2496999" y="3891965"/>
                </a:lnTo>
                <a:lnTo>
                  <a:pt x="2142183" y="4069932"/>
                </a:lnTo>
                <a:lnTo>
                  <a:pt x="0" y="1972575"/>
                </a:lnTo>
                <a:close/>
                <a:moveTo>
                  <a:pt x="2056530" y="1029662"/>
                </a:moveTo>
                <a:lnTo>
                  <a:pt x="3119486" y="1561862"/>
                </a:lnTo>
                <a:lnTo>
                  <a:pt x="4488817" y="2892917"/>
                </a:lnTo>
                <a:lnTo>
                  <a:pt x="4138879" y="3068437"/>
                </a:lnTo>
                <a:close/>
                <a:moveTo>
                  <a:pt x="0" y="486366"/>
                </a:moveTo>
                <a:lnTo>
                  <a:pt x="3160939" y="3558949"/>
                </a:lnTo>
                <a:lnTo>
                  <a:pt x="2807748" y="3736100"/>
                </a:lnTo>
                <a:lnTo>
                  <a:pt x="0" y="987105"/>
                </a:lnTo>
                <a:close/>
                <a:moveTo>
                  <a:pt x="0" y="0"/>
                </a:moveTo>
                <a:lnTo>
                  <a:pt x="1043834" y="522626"/>
                </a:lnTo>
                <a:lnTo>
                  <a:pt x="3824878" y="3225933"/>
                </a:lnTo>
                <a:lnTo>
                  <a:pt x="3473314" y="3402269"/>
                </a:lnTo>
                <a:lnTo>
                  <a:pt x="0" y="1635"/>
                </a:lnTo>
                <a:close/>
              </a:path>
            </a:pathLst>
          </a:cu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58009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2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54575" y="377650"/>
            <a:ext cx="9024789" cy="1942047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>
                <a:ln>
                  <a:noFill/>
                </a:ln>
                <a:solidFill>
                  <a:schemeClr val="tx2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3123707"/>
            <a:ext cx="8977207" cy="1400669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10155767" y="4063296"/>
            <a:ext cx="1779559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Место (город)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Месяц Год</a:t>
            </a:r>
            <a:endParaRPr lang="ru-RU" dirty="0"/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474848"/>
            <a:ext cx="1472905" cy="278400"/>
          </a:xfrm>
          <a:prstGeom prst="rect">
            <a:avLst/>
          </a:prstGeom>
        </p:spPr>
      </p:pic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3" y="4565227"/>
            <a:ext cx="7621197" cy="22848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grpSp>
        <p:nvGrpSpPr>
          <p:cNvPr id="3" name="Группа 2"/>
          <p:cNvGrpSpPr>
            <a:grpSpLocks noChangeAspect="1"/>
          </p:cNvGrpSpPr>
          <p:nvPr userDrawn="1"/>
        </p:nvGrpSpPr>
        <p:grpSpPr>
          <a:xfrm>
            <a:off x="7613999" y="4567197"/>
            <a:ext cx="2289600" cy="2290803"/>
            <a:chOff x="5493178" y="3425398"/>
            <a:chExt cx="1717200" cy="1718102"/>
          </a:xfrm>
        </p:grpSpPr>
        <p:sp>
          <p:nvSpPr>
            <p:cNvPr id="57" name="Прямоугольник 56"/>
            <p:cNvSpPr>
              <a:spLocks noChangeAspect="1"/>
            </p:cNvSpPr>
            <p:nvPr/>
          </p:nvSpPr>
          <p:spPr bwMode="auto">
            <a:xfrm>
              <a:off x="5493178" y="3425398"/>
              <a:ext cx="1717200" cy="1718102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6" name="Прямоугольник 55"/>
            <p:cNvSpPr>
              <a:spLocks noChangeAspect="1"/>
            </p:cNvSpPr>
            <p:nvPr/>
          </p:nvSpPr>
          <p:spPr bwMode="auto">
            <a:xfrm>
              <a:off x="5494026" y="3426300"/>
              <a:ext cx="1716352" cy="1717200"/>
            </a:xfrm>
            <a:custGeom>
              <a:avLst/>
              <a:gdLst>
                <a:gd name="connsiteX0" fmla="*/ 0 w 2570400"/>
                <a:gd name="connsiteY0" fmla="*/ 0 h 2571750"/>
                <a:gd name="connsiteX1" fmla="*/ 2570400 w 2570400"/>
                <a:gd name="connsiteY1" fmla="*/ 0 h 2571750"/>
                <a:gd name="connsiteX2" fmla="*/ 2570400 w 2570400"/>
                <a:gd name="connsiteY2" fmla="*/ 2571750 h 2571750"/>
                <a:gd name="connsiteX3" fmla="*/ 0 w 2570400"/>
                <a:gd name="connsiteY3" fmla="*/ 2571750 h 2571750"/>
                <a:gd name="connsiteX4" fmla="*/ 0 w 2570400"/>
                <a:gd name="connsiteY4" fmla="*/ 0 h 2571750"/>
                <a:gd name="connsiteX0" fmla="*/ 0 w 2570480"/>
                <a:gd name="connsiteY0" fmla="*/ 0 h 2571750"/>
                <a:gd name="connsiteX1" fmla="*/ 2570400 w 2570480"/>
                <a:gd name="connsiteY1" fmla="*/ 0 h 2571750"/>
                <a:gd name="connsiteX2" fmla="*/ 2570480 w 2570480"/>
                <a:gd name="connsiteY2" fmla="*/ 1285240 h 2571750"/>
                <a:gd name="connsiteX3" fmla="*/ 2570400 w 2570480"/>
                <a:gd name="connsiteY3" fmla="*/ 2571750 h 2571750"/>
                <a:gd name="connsiteX4" fmla="*/ 0 w 2570480"/>
                <a:gd name="connsiteY4" fmla="*/ 2571750 h 2571750"/>
                <a:gd name="connsiteX5" fmla="*/ 0 w 2570480"/>
                <a:gd name="connsiteY5" fmla="*/ 0 h 2571750"/>
                <a:gd name="connsiteX0" fmla="*/ 0 w 2570480"/>
                <a:gd name="connsiteY0" fmla="*/ 0 h 2571750"/>
                <a:gd name="connsiteX1" fmla="*/ 2570480 w 2570480"/>
                <a:gd name="connsiteY1" fmla="*/ 1285240 h 2571750"/>
                <a:gd name="connsiteX2" fmla="*/ 2570400 w 2570480"/>
                <a:gd name="connsiteY2" fmla="*/ 2571750 h 2571750"/>
                <a:gd name="connsiteX3" fmla="*/ 0 w 2570480"/>
                <a:gd name="connsiteY3" fmla="*/ 2571750 h 2571750"/>
                <a:gd name="connsiteX4" fmla="*/ 0 w 2570480"/>
                <a:gd name="connsiteY4" fmla="*/ 0 h 2571750"/>
                <a:gd name="connsiteX0" fmla="*/ 0 w 2570480"/>
                <a:gd name="connsiteY0" fmla="*/ 0 h 2599737"/>
                <a:gd name="connsiteX1" fmla="*/ 2570480 w 2570480"/>
                <a:gd name="connsiteY1" fmla="*/ 1285240 h 2599737"/>
                <a:gd name="connsiteX2" fmla="*/ 0 w 2570480"/>
                <a:gd name="connsiteY2" fmla="*/ 2571750 h 2599737"/>
                <a:gd name="connsiteX3" fmla="*/ 0 w 2570480"/>
                <a:gd name="connsiteY3" fmla="*/ 0 h 2599737"/>
                <a:gd name="connsiteX0" fmla="*/ 0 w 2570480"/>
                <a:gd name="connsiteY0" fmla="*/ 0 h 2605277"/>
                <a:gd name="connsiteX1" fmla="*/ 2570480 w 2570480"/>
                <a:gd name="connsiteY1" fmla="*/ 1285240 h 2605277"/>
                <a:gd name="connsiteX2" fmla="*/ 0 w 2570480"/>
                <a:gd name="connsiteY2" fmla="*/ 2571750 h 2605277"/>
                <a:gd name="connsiteX3" fmla="*/ 0 w 2570480"/>
                <a:gd name="connsiteY3" fmla="*/ 0 h 2605277"/>
                <a:gd name="connsiteX0" fmla="*/ 0 w 2570480"/>
                <a:gd name="connsiteY0" fmla="*/ 0 h 2571750"/>
                <a:gd name="connsiteX1" fmla="*/ 2570480 w 2570480"/>
                <a:gd name="connsiteY1" fmla="*/ 1285240 h 2571750"/>
                <a:gd name="connsiteX2" fmla="*/ 0 w 2570480"/>
                <a:gd name="connsiteY2" fmla="*/ 2571750 h 2571750"/>
                <a:gd name="connsiteX3" fmla="*/ 0 w 2570480"/>
                <a:gd name="connsiteY3" fmla="*/ 0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0480" h="2571750">
                  <a:moveTo>
                    <a:pt x="0" y="0"/>
                  </a:moveTo>
                  <a:lnTo>
                    <a:pt x="2570480" y="1285240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58" name="Группа 57"/>
          <p:cNvGrpSpPr>
            <a:grpSpLocks noChangeAspect="1"/>
          </p:cNvGrpSpPr>
          <p:nvPr/>
        </p:nvGrpSpPr>
        <p:grpSpPr>
          <a:xfrm>
            <a:off x="9903602" y="4568400"/>
            <a:ext cx="2288399" cy="2289600"/>
            <a:chOff x="6573600" y="0"/>
            <a:chExt cx="2570400" cy="2571750"/>
          </a:xfrm>
        </p:grpSpPr>
        <p:sp>
          <p:nvSpPr>
            <p:cNvPr id="59" name="Прямоугольник 58"/>
            <p:cNvSpPr/>
            <p:nvPr/>
          </p:nvSpPr>
          <p:spPr bwMode="auto">
            <a:xfrm>
              <a:off x="6573600" y="0"/>
              <a:ext cx="2570400" cy="257175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0" name="Полилиния 59"/>
            <p:cNvSpPr>
              <a:spLocks/>
            </p:cNvSpPr>
            <p:nvPr/>
          </p:nvSpPr>
          <p:spPr bwMode="auto">
            <a:xfrm>
              <a:off x="6573600" y="0"/>
              <a:ext cx="2570400" cy="2570400"/>
            </a:xfrm>
            <a:custGeom>
              <a:avLst/>
              <a:gdLst>
                <a:gd name="connsiteX0" fmla="*/ 0 w 5132824"/>
                <a:gd name="connsiteY0" fmla="*/ 4399953 h 5144399"/>
                <a:gd name="connsiteX1" fmla="*/ 505180 w 5132824"/>
                <a:gd name="connsiteY1" fmla="*/ 4891013 h 5144399"/>
                <a:gd name="connsiteX2" fmla="*/ 0 w 5132824"/>
                <a:gd name="connsiteY2" fmla="*/ 5144399 h 5144399"/>
                <a:gd name="connsiteX3" fmla="*/ 0 w 5132824"/>
                <a:gd name="connsiteY3" fmla="*/ 3421556 h 5144399"/>
                <a:gd name="connsiteX4" fmla="*/ 1169120 w 5132824"/>
                <a:gd name="connsiteY4" fmla="*/ 4557997 h 5144399"/>
                <a:gd name="connsiteX5" fmla="*/ 811051 w 5132824"/>
                <a:gd name="connsiteY5" fmla="*/ 4737595 h 5144399"/>
                <a:gd name="connsiteX6" fmla="*/ 0 w 5132824"/>
                <a:gd name="connsiteY6" fmla="*/ 3943515 h 5144399"/>
                <a:gd name="connsiteX7" fmla="*/ 0 w 5132824"/>
                <a:gd name="connsiteY7" fmla="*/ 2443159 h 5144399"/>
                <a:gd name="connsiteX8" fmla="*/ 1833059 w 5132824"/>
                <a:gd name="connsiteY8" fmla="*/ 4224981 h 5144399"/>
                <a:gd name="connsiteX9" fmla="*/ 1476617 w 5132824"/>
                <a:gd name="connsiteY9" fmla="*/ 4403764 h 5144399"/>
                <a:gd name="connsiteX10" fmla="*/ 0 w 5132824"/>
                <a:gd name="connsiteY10" fmla="*/ 2958045 h 5144399"/>
                <a:gd name="connsiteX11" fmla="*/ 4116478 w 5132824"/>
                <a:gd name="connsiteY11" fmla="*/ 2061035 h 5144399"/>
                <a:gd name="connsiteX12" fmla="*/ 5132824 w 5132824"/>
                <a:gd name="connsiteY12" fmla="*/ 2569899 h 5144399"/>
                <a:gd name="connsiteX13" fmla="*/ 4804444 w 5132824"/>
                <a:gd name="connsiteY13" fmla="*/ 2734606 h 5144399"/>
                <a:gd name="connsiteX14" fmla="*/ 0 w 5132824"/>
                <a:gd name="connsiteY14" fmla="*/ 1464763 h 5144399"/>
                <a:gd name="connsiteX15" fmla="*/ 2496999 w 5132824"/>
                <a:gd name="connsiteY15" fmla="*/ 3891965 h 5144399"/>
                <a:gd name="connsiteX16" fmla="*/ 2142183 w 5132824"/>
                <a:gd name="connsiteY16" fmla="*/ 4069932 h 5144399"/>
                <a:gd name="connsiteX17" fmla="*/ 0 w 5132824"/>
                <a:gd name="connsiteY17" fmla="*/ 1972575 h 5144399"/>
                <a:gd name="connsiteX18" fmla="*/ 2056530 w 5132824"/>
                <a:gd name="connsiteY18" fmla="*/ 1029662 h 5144399"/>
                <a:gd name="connsiteX19" fmla="*/ 3119486 w 5132824"/>
                <a:gd name="connsiteY19" fmla="*/ 1561862 h 5144399"/>
                <a:gd name="connsiteX20" fmla="*/ 4488817 w 5132824"/>
                <a:gd name="connsiteY20" fmla="*/ 2892917 h 5144399"/>
                <a:gd name="connsiteX21" fmla="*/ 4138879 w 5132824"/>
                <a:gd name="connsiteY21" fmla="*/ 3068437 h 5144399"/>
                <a:gd name="connsiteX22" fmla="*/ 0 w 5132824"/>
                <a:gd name="connsiteY22" fmla="*/ 486366 h 5144399"/>
                <a:gd name="connsiteX23" fmla="*/ 3160939 w 5132824"/>
                <a:gd name="connsiteY23" fmla="*/ 3558949 h 5144399"/>
                <a:gd name="connsiteX24" fmla="*/ 2807748 w 5132824"/>
                <a:gd name="connsiteY24" fmla="*/ 3736100 h 5144399"/>
                <a:gd name="connsiteX25" fmla="*/ 0 w 5132824"/>
                <a:gd name="connsiteY25" fmla="*/ 987105 h 5144399"/>
                <a:gd name="connsiteX26" fmla="*/ 0 w 5132824"/>
                <a:gd name="connsiteY26" fmla="*/ 0 h 5144399"/>
                <a:gd name="connsiteX27" fmla="*/ 1043834 w 5132824"/>
                <a:gd name="connsiteY27" fmla="*/ 522626 h 5144399"/>
                <a:gd name="connsiteX28" fmla="*/ 3824878 w 5132824"/>
                <a:gd name="connsiteY28" fmla="*/ 3225933 h 5144399"/>
                <a:gd name="connsiteX29" fmla="*/ 3473314 w 5132824"/>
                <a:gd name="connsiteY29" fmla="*/ 3402269 h 5144399"/>
                <a:gd name="connsiteX30" fmla="*/ 0 w 5132824"/>
                <a:gd name="connsiteY30" fmla="*/ 1635 h 514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132824" h="5144399">
                  <a:moveTo>
                    <a:pt x="0" y="4399953"/>
                  </a:moveTo>
                  <a:lnTo>
                    <a:pt x="505180" y="4891013"/>
                  </a:lnTo>
                  <a:lnTo>
                    <a:pt x="0" y="5144399"/>
                  </a:lnTo>
                  <a:close/>
                  <a:moveTo>
                    <a:pt x="0" y="3421556"/>
                  </a:moveTo>
                  <a:lnTo>
                    <a:pt x="1169120" y="4557997"/>
                  </a:lnTo>
                  <a:lnTo>
                    <a:pt x="811051" y="4737595"/>
                  </a:lnTo>
                  <a:lnTo>
                    <a:pt x="0" y="3943515"/>
                  </a:lnTo>
                  <a:close/>
                  <a:moveTo>
                    <a:pt x="0" y="2443159"/>
                  </a:moveTo>
                  <a:lnTo>
                    <a:pt x="1833059" y="4224981"/>
                  </a:lnTo>
                  <a:lnTo>
                    <a:pt x="1476617" y="4403764"/>
                  </a:lnTo>
                  <a:lnTo>
                    <a:pt x="0" y="2958045"/>
                  </a:lnTo>
                  <a:close/>
                  <a:moveTo>
                    <a:pt x="4116478" y="2061035"/>
                  </a:moveTo>
                  <a:lnTo>
                    <a:pt x="5132824" y="2569899"/>
                  </a:lnTo>
                  <a:lnTo>
                    <a:pt x="4804444" y="2734606"/>
                  </a:lnTo>
                  <a:close/>
                  <a:moveTo>
                    <a:pt x="0" y="1464763"/>
                  </a:moveTo>
                  <a:lnTo>
                    <a:pt x="2496999" y="3891965"/>
                  </a:lnTo>
                  <a:lnTo>
                    <a:pt x="2142183" y="4069932"/>
                  </a:lnTo>
                  <a:lnTo>
                    <a:pt x="0" y="1972575"/>
                  </a:lnTo>
                  <a:close/>
                  <a:moveTo>
                    <a:pt x="2056530" y="1029662"/>
                  </a:moveTo>
                  <a:lnTo>
                    <a:pt x="3119486" y="1561862"/>
                  </a:lnTo>
                  <a:lnTo>
                    <a:pt x="4488817" y="2892917"/>
                  </a:lnTo>
                  <a:lnTo>
                    <a:pt x="4138879" y="3068437"/>
                  </a:lnTo>
                  <a:close/>
                  <a:moveTo>
                    <a:pt x="0" y="486366"/>
                  </a:moveTo>
                  <a:lnTo>
                    <a:pt x="3160939" y="3558949"/>
                  </a:lnTo>
                  <a:lnTo>
                    <a:pt x="2807748" y="3736100"/>
                  </a:lnTo>
                  <a:lnTo>
                    <a:pt x="0" y="987105"/>
                  </a:lnTo>
                  <a:close/>
                  <a:moveTo>
                    <a:pt x="0" y="0"/>
                  </a:moveTo>
                  <a:lnTo>
                    <a:pt x="1043834" y="522626"/>
                  </a:lnTo>
                  <a:lnTo>
                    <a:pt x="3824878" y="3225933"/>
                  </a:lnTo>
                  <a:lnTo>
                    <a:pt x="3473314" y="3402269"/>
                  </a:lnTo>
                  <a:lnTo>
                    <a:pt x="0" y="1635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1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1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7" y="2341107"/>
            <a:ext cx="8977207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40" name="Группа 39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41" name="Прямоугольник 40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2" name="Прямая соединительная линия 41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3" name="Группа 42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4" name="Прямоугольник 43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Прямоугольник 63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Прямоугольник 66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8" name="Прямоугольник 67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9" name="Прямоугольник 68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0" name="Прямоугольник 69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71" name="Объект 70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3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71" name="Объект 7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" name="Picture 29"/>
          <p:cNvPicPr>
            <a:picLocks noChangeAspect="1"/>
          </p:cNvPicPr>
          <p:nvPr userDrawn="1"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474848"/>
            <a:ext cx="1472905" cy="278400"/>
          </a:xfrm>
          <a:prstGeom prst="rect">
            <a:avLst/>
          </a:prstGeom>
        </p:spPr>
      </p:pic>
      <p:grpSp>
        <p:nvGrpSpPr>
          <p:cNvPr id="73" name="Группа 72"/>
          <p:cNvGrpSpPr>
            <a:grpSpLocks noChangeAspect="1"/>
          </p:cNvGrpSpPr>
          <p:nvPr userDrawn="1"/>
        </p:nvGrpSpPr>
        <p:grpSpPr>
          <a:xfrm>
            <a:off x="9903602" y="4568400"/>
            <a:ext cx="2288399" cy="2289600"/>
            <a:chOff x="6573600" y="0"/>
            <a:chExt cx="2570400" cy="2571750"/>
          </a:xfrm>
        </p:grpSpPr>
        <p:sp>
          <p:nvSpPr>
            <p:cNvPr id="74" name="Прямоугольник 73"/>
            <p:cNvSpPr/>
            <p:nvPr userDrawn="1"/>
          </p:nvSpPr>
          <p:spPr bwMode="auto">
            <a:xfrm>
              <a:off x="6573600" y="0"/>
              <a:ext cx="2570400" cy="257175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5" name="Полилиния 74"/>
            <p:cNvSpPr>
              <a:spLocks/>
            </p:cNvSpPr>
            <p:nvPr userDrawn="1"/>
          </p:nvSpPr>
          <p:spPr bwMode="auto">
            <a:xfrm>
              <a:off x="6573600" y="0"/>
              <a:ext cx="2570400" cy="2570400"/>
            </a:xfrm>
            <a:custGeom>
              <a:avLst/>
              <a:gdLst>
                <a:gd name="connsiteX0" fmla="*/ 0 w 5132824"/>
                <a:gd name="connsiteY0" fmla="*/ 4399953 h 5144399"/>
                <a:gd name="connsiteX1" fmla="*/ 505180 w 5132824"/>
                <a:gd name="connsiteY1" fmla="*/ 4891013 h 5144399"/>
                <a:gd name="connsiteX2" fmla="*/ 0 w 5132824"/>
                <a:gd name="connsiteY2" fmla="*/ 5144399 h 5144399"/>
                <a:gd name="connsiteX3" fmla="*/ 0 w 5132824"/>
                <a:gd name="connsiteY3" fmla="*/ 3421556 h 5144399"/>
                <a:gd name="connsiteX4" fmla="*/ 1169120 w 5132824"/>
                <a:gd name="connsiteY4" fmla="*/ 4557997 h 5144399"/>
                <a:gd name="connsiteX5" fmla="*/ 811051 w 5132824"/>
                <a:gd name="connsiteY5" fmla="*/ 4737595 h 5144399"/>
                <a:gd name="connsiteX6" fmla="*/ 0 w 5132824"/>
                <a:gd name="connsiteY6" fmla="*/ 3943515 h 5144399"/>
                <a:gd name="connsiteX7" fmla="*/ 0 w 5132824"/>
                <a:gd name="connsiteY7" fmla="*/ 2443159 h 5144399"/>
                <a:gd name="connsiteX8" fmla="*/ 1833059 w 5132824"/>
                <a:gd name="connsiteY8" fmla="*/ 4224981 h 5144399"/>
                <a:gd name="connsiteX9" fmla="*/ 1476617 w 5132824"/>
                <a:gd name="connsiteY9" fmla="*/ 4403764 h 5144399"/>
                <a:gd name="connsiteX10" fmla="*/ 0 w 5132824"/>
                <a:gd name="connsiteY10" fmla="*/ 2958045 h 5144399"/>
                <a:gd name="connsiteX11" fmla="*/ 4116478 w 5132824"/>
                <a:gd name="connsiteY11" fmla="*/ 2061035 h 5144399"/>
                <a:gd name="connsiteX12" fmla="*/ 5132824 w 5132824"/>
                <a:gd name="connsiteY12" fmla="*/ 2569899 h 5144399"/>
                <a:gd name="connsiteX13" fmla="*/ 4804444 w 5132824"/>
                <a:gd name="connsiteY13" fmla="*/ 2734606 h 5144399"/>
                <a:gd name="connsiteX14" fmla="*/ 0 w 5132824"/>
                <a:gd name="connsiteY14" fmla="*/ 1464763 h 5144399"/>
                <a:gd name="connsiteX15" fmla="*/ 2496999 w 5132824"/>
                <a:gd name="connsiteY15" fmla="*/ 3891965 h 5144399"/>
                <a:gd name="connsiteX16" fmla="*/ 2142183 w 5132824"/>
                <a:gd name="connsiteY16" fmla="*/ 4069932 h 5144399"/>
                <a:gd name="connsiteX17" fmla="*/ 0 w 5132824"/>
                <a:gd name="connsiteY17" fmla="*/ 1972575 h 5144399"/>
                <a:gd name="connsiteX18" fmla="*/ 2056530 w 5132824"/>
                <a:gd name="connsiteY18" fmla="*/ 1029662 h 5144399"/>
                <a:gd name="connsiteX19" fmla="*/ 3119486 w 5132824"/>
                <a:gd name="connsiteY19" fmla="*/ 1561862 h 5144399"/>
                <a:gd name="connsiteX20" fmla="*/ 4488817 w 5132824"/>
                <a:gd name="connsiteY20" fmla="*/ 2892917 h 5144399"/>
                <a:gd name="connsiteX21" fmla="*/ 4138879 w 5132824"/>
                <a:gd name="connsiteY21" fmla="*/ 3068437 h 5144399"/>
                <a:gd name="connsiteX22" fmla="*/ 0 w 5132824"/>
                <a:gd name="connsiteY22" fmla="*/ 486366 h 5144399"/>
                <a:gd name="connsiteX23" fmla="*/ 3160939 w 5132824"/>
                <a:gd name="connsiteY23" fmla="*/ 3558949 h 5144399"/>
                <a:gd name="connsiteX24" fmla="*/ 2807748 w 5132824"/>
                <a:gd name="connsiteY24" fmla="*/ 3736100 h 5144399"/>
                <a:gd name="connsiteX25" fmla="*/ 0 w 5132824"/>
                <a:gd name="connsiteY25" fmla="*/ 987105 h 5144399"/>
                <a:gd name="connsiteX26" fmla="*/ 0 w 5132824"/>
                <a:gd name="connsiteY26" fmla="*/ 0 h 5144399"/>
                <a:gd name="connsiteX27" fmla="*/ 1043834 w 5132824"/>
                <a:gd name="connsiteY27" fmla="*/ 522626 h 5144399"/>
                <a:gd name="connsiteX28" fmla="*/ 3824878 w 5132824"/>
                <a:gd name="connsiteY28" fmla="*/ 3225933 h 5144399"/>
                <a:gd name="connsiteX29" fmla="*/ 3473314 w 5132824"/>
                <a:gd name="connsiteY29" fmla="*/ 3402269 h 5144399"/>
                <a:gd name="connsiteX30" fmla="*/ 0 w 5132824"/>
                <a:gd name="connsiteY30" fmla="*/ 1635 h 514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132824" h="5144399">
                  <a:moveTo>
                    <a:pt x="0" y="4399953"/>
                  </a:moveTo>
                  <a:lnTo>
                    <a:pt x="505180" y="4891013"/>
                  </a:lnTo>
                  <a:lnTo>
                    <a:pt x="0" y="5144399"/>
                  </a:lnTo>
                  <a:close/>
                  <a:moveTo>
                    <a:pt x="0" y="3421556"/>
                  </a:moveTo>
                  <a:lnTo>
                    <a:pt x="1169120" y="4557997"/>
                  </a:lnTo>
                  <a:lnTo>
                    <a:pt x="811051" y="4737595"/>
                  </a:lnTo>
                  <a:lnTo>
                    <a:pt x="0" y="3943515"/>
                  </a:lnTo>
                  <a:close/>
                  <a:moveTo>
                    <a:pt x="0" y="2443159"/>
                  </a:moveTo>
                  <a:lnTo>
                    <a:pt x="1833059" y="4224981"/>
                  </a:lnTo>
                  <a:lnTo>
                    <a:pt x="1476617" y="4403764"/>
                  </a:lnTo>
                  <a:lnTo>
                    <a:pt x="0" y="2958045"/>
                  </a:lnTo>
                  <a:close/>
                  <a:moveTo>
                    <a:pt x="4116478" y="2061035"/>
                  </a:moveTo>
                  <a:lnTo>
                    <a:pt x="5132824" y="2569899"/>
                  </a:lnTo>
                  <a:lnTo>
                    <a:pt x="4804444" y="2734606"/>
                  </a:lnTo>
                  <a:close/>
                  <a:moveTo>
                    <a:pt x="0" y="1464763"/>
                  </a:moveTo>
                  <a:lnTo>
                    <a:pt x="2496999" y="3891965"/>
                  </a:lnTo>
                  <a:lnTo>
                    <a:pt x="2142183" y="4069932"/>
                  </a:lnTo>
                  <a:lnTo>
                    <a:pt x="0" y="1972575"/>
                  </a:lnTo>
                  <a:close/>
                  <a:moveTo>
                    <a:pt x="2056530" y="1029662"/>
                  </a:moveTo>
                  <a:lnTo>
                    <a:pt x="3119486" y="1561862"/>
                  </a:lnTo>
                  <a:lnTo>
                    <a:pt x="4488817" y="2892917"/>
                  </a:lnTo>
                  <a:lnTo>
                    <a:pt x="4138879" y="3068437"/>
                  </a:lnTo>
                  <a:close/>
                  <a:moveTo>
                    <a:pt x="0" y="486366"/>
                  </a:moveTo>
                  <a:lnTo>
                    <a:pt x="3160939" y="3558949"/>
                  </a:lnTo>
                  <a:lnTo>
                    <a:pt x="2807748" y="3736100"/>
                  </a:lnTo>
                  <a:lnTo>
                    <a:pt x="0" y="987105"/>
                  </a:lnTo>
                  <a:close/>
                  <a:moveTo>
                    <a:pt x="0" y="0"/>
                  </a:moveTo>
                  <a:lnTo>
                    <a:pt x="1043834" y="522626"/>
                  </a:lnTo>
                  <a:lnTo>
                    <a:pt x="3824878" y="3225933"/>
                  </a:lnTo>
                  <a:lnTo>
                    <a:pt x="3473314" y="3402269"/>
                  </a:lnTo>
                  <a:lnTo>
                    <a:pt x="0" y="1635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1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05671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6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Прямоугольник 56"/>
          <p:cNvSpPr>
            <a:spLocks noChangeAspect="1"/>
          </p:cNvSpPr>
          <p:nvPr/>
        </p:nvSpPr>
        <p:spPr bwMode="auto">
          <a:xfrm>
            <a:off x="9908400" y="4573200"/>
            <a:ext cx="2283600" cy="22848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54575" y="399061"/>
            <a:ext cx="9024789" cy="1942047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>
                <a:ln>
                  <a:noFill/>
                </a:ln>
                <a:solidFill>
                  <a:schemeClr val="tx2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3123707"/>
            <a:ext cx="8977207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4063296"/>
            <a:ext cx="8977207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397653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573" y="578832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2" y="4573200"/>
            <a:ext cx="9907196" cy="22848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6" name="Рисунок 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07200" y="0"/>
            <a:ext cx="2284800" cy="2284800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5" name="Рисунок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9907202" y="2286600"/>
            <a:ext cx="2284799" cy="2284800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7" y="2341107"/>
            <a:ext cx="8977207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8" name="Группа 37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9" name="Прямоугольник 38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0" name="Прямая соединительная линия 39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1" name="Группа 40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2" name="Прямоугольник 41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Прямоугольник 57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Прямоугольник 63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5" name="Объект 64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7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5" name="Объект 6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Прямоугольник 65"/>
          <p:cNvSpPr>
            <a:spLocks noChangeAspect="1"/>
          </p:cNvSpPr>
          <p:nvPr userDrawn="1"/>
        </p:nvSpPr>
        <p:spPr bwMode="auto">
          <a:xfrm>
            <a:off x="9908400" y="4573200"/>
            <a:ext cx="2283600" cy="22848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7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397653"/>
            <a:ext cx="1472905" cy="278400"/>
          </a:xfrm>
          <a:prstGeom prst="rect">
            <a:avLst/>
          </a:prstGeom>
        </p:spPr>
      </p:pic>
      <p:sp>
        <p:nvSpPr>
          <p:cNvPr id="68" name="TextBox 67"/>
          <p:cNvSpPr txBox="1"/>
          <p:nvPr userDrawn="1"/>
        </p:nvSpPr>
        <p:spPr>
          <a:xfrm>
            <a:off x="10058573" y="578832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719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0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Прямоугольник 56"/>
          <p:cNvSpPr>
            <a:spLocks noChangeAspect="1"/>
          </p:cNvSpPr>
          <p:nvPr/>
        </p:nvSpPr>
        <p:spPr bwMode="auto">
          <a:xfrm>
            <a:off x="9902400" y="4567197"/>
            <a:ext cx="2289600" cy="229080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377650"/>
            <a:ext cx="9024789" cy="1942047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>
                <a:ln>
                  <a:noFill/>
                </a:ln>
                <a:solidFill>
                  <a:schemeClr val="tx2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3123707"/>
            <a:ext cx="8977207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4063296"/>
            <a:ext cx="8977207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397653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573" y="578832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2" y="4567197"/>
            <a:ext cx="9907196" cy="2290803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58" name="Прямоугольник 57"/>
          <p:cNvSpPr>
            <a:spLocks noChangeAspect="1"/>
          </p:cNvSpPr>
          <p:nvPr/>
        </p:nvSpPr>
        <p:spPr bwMode="auto">
          <a:xfrm>
            <a:off x="9902400" y="2283599"/>
            <a:ext cx="2289600" cy="2290803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60" name="Группа 59"/>
          <p:cNvGrpSpPr>
            <a:grpSpLocks noChangeAspect="1"/>
          </p:cNvGrpSpPr>
          <p:nvPr/>
        </p:nvGrpSpPr>
        <p:grpSpPr>
          <a:xfrm>
            <a:off x="9903602" y="0"/>
            <a:ext cx="2288399" cy="2289600"/>
            <a:chOff x="6573600" y="0"/>
            <a:chExt cx="2570400" cy="2571750"/>
          </a:xfrm>
        </p:grpSpPr>
        <p:sp>
          <p:nvSpPr>
            <p:cNvPr id="61" name="Прямоугольник 60"/>
            <p:cNvSpPr/>
            <p:nvPr/>
          </p:nvSpPr>
          <p:spPr bwMode="auto">
            <a:xfrm>
              <a:off x="6573600" y="0"/>
              <a:ext cx="2570400" cy="257175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2" name="Полилиния 61"/>
            <p:cNvSpPr>
              <a:spLocks/>
            </p:cNvSpPr>
            <p:nvPr/>
          </p:nvSpPr>
          <p:spPr bwMode="auto">
            <a:xfrm>
              <a:off x="6573600" y="0"/>
              <a:ext cx="2570400" cy="2570400"/>
            </a:xfrm>
            <a:custGeom>
              <a:avLst/>
              <a:gdLst>
                <a:gd name="connsiteX0" fmla="*/ 0 w 5132824"/>
                <a:gd name="connsiteY0" fmla="*/ 4399953 h 5144399"/>
                <a:gd name="connsiteX1" fmla="*/ 505180 w 5132824"/>
                <a:gd name="connsiteY1" fmla="*/ 4891013 h 5144399"/>
                <a:gd name="connsiteX2" fmla="*/ 0 w 5132824"/>
                <a:gd name="connsiteY2" fmla="*/ 5144399 h 5144399"/>
                <a:gd name="connsiteX3" fmla="*/ 0 w 5132824"/>
                <a:gd name="connsiteY3" fmla="*/ 3421556 h 5144399"/>
                <a:gd name="connsiteX4" fmla="*/ 1169120 w 5132824"/>
                <a:gd name="connsiteY4" fmla="*/ 4557997 h 5144399"/>
                <a:gd name="connsiteX5" fmla="*/ 811051 w 5132824"/>
                <a:gd name="connsiteY5" fmla="*/ 4737595 h 5144399"/>
                <a:gd name="connsiteX6" fmla="*/ 0 w 5132824"/>
                <a:gd name="connsiteY6" fmla="*/ 3943515 h 5144399"/>
                <a:gd name="connsiteX7" fmla="*/ 0 w 5132824"/>
                <a:gd name="connsiteY7" fmla="*/ 2443159 h 5144399"/>
                <a:gd name="connsiteX8" fmla="*/ 1833059 w 5132824"/>
                <a:gd name="connsiteY8" fmla="*/ 4224981 h 5144399"/>
                <a:gd name="connsiteX9" fmla="*/ 1476617 w 5132824"/>
                <a:gd name="connsiteY9" fmla="*/ 4403764 h 5144399"/>
                <a:gd name="connsiteX10" fmla="*/ 0 w 5132824"/>
                <a:gd name="connsiteY10" fmla="*/ 2958045 h 5144399"/>
                <a:gd name="connsiteX11" fmla="*/ 4116478 w 5132824"/>
                <a:gd name="connsiteY11" fmla="*/ 2061035 h 5144399"/>
                <a:gd name="connsiteX12" fmla="*/ 5132824 w 5132824"/>
                <a:gd name="connsiteY12" fmla="*/ 2569899 h 5144399"/>
                <a:gd name="connsiteX13" fmla="*/ 4804444 w 5132824"/>
                <a:gd name="connsiteY13" fmla="*/ 2734606 h 5144399"/>
                <a:gd name="connsiteX14" fmla="*/ 0 w 5132824"/>
                <a:gd name="connsiteY14" fmla="*/ 1464763 h 5144399"/>
                <a:gd name="connsiteX15" fmla="*/ 2496999 w 5132824"/>
                <a:gd name="connsiteY15" fmla="*/ 3891965 h 5144399"/>
                <a:gd name="connsiteX16" fmla="*/ 2142183 w 5132824"/>
                <a:gd name="connsiteY16" fmla="*/ 4069932 h 5144399"/>
                <a:gd name="connsiteX17" fmla="*/ 0 w 5132824"/>
                <a:gd name="connsiteY17" fmla="*/ 1972575 h 5144399"/>
                <a:gd name="connsiteX18" fmla="*/ 2056530 w 5132824"/>
                <a:gd name="connsiteY18" fmla="*/ 1029662 h 5144399"/>
                <a:gd name="connsiteX19" fmla="*/ 3119486 w 5132824"/>
                <a:gd name="connsiteY19" fmla="*/ 1561862 h 5144399"/>
                <a:gd name="connsiteX20" fmla="*/ 4488817 w 5132824"/>
                <a:gd name="connsiteY20" fmla="*/ 2892917 h 5144399"/>
                <a:gd name="connsiteX21" fmla="*/ 4138879 w 5132824"/>
                <a:gd name="connsiteY21" fmla="*/ 3068437 h 5144399"/>
                <a:gd name="connsiteX22" fmla="*/ 0 w 5132824"/>
                <a:gd name="connsiteY22" fmla="*/ 486366 h 5144399"/>
                <a:gd name="connsiteX23" fmla="*/ 3160939 w 5132824"/>
                <a:gd name="connsiteY23" fmla="*/ 3558949 h 5144399"/>
                <a:gd name="connsiteX24" fmla="*/ 2807748 w 5132824"/>
                <a:gd name="connsiteY24" fmla="*/ 3736100 h 5144399"/>
                <a:gd name="connsiteX25" fmla="*/ 0 w 5132824"/>
                <a:gd name="connsiteY25" fmla="*/ 987105 h 5144399"/>
                <a:gd name="connsiteX26" fmla="*/ 0 w 5132824"/>
                <a:gd name="connsiteY26" fmla="*/ 0 h 5144399"/>
                <a:gd name="connsiteX27" fmla="*/ 1043834 w 5132824"/>
                <a:gd name="connsiteY27" fmla="*/ 522626 h 5144399"/>
                <a:gd name="connsiteX28" fmla="*/ 3824878 w 5132824"/>
                <a:gd name="connsiteY28" fmla="*/ 3225933 h 5144399"/>
                <a:gd name="connsiteX29" fmla="*/ 3473314 w 5132824"/>
                <a:gd name="connsiteY29" fmla="*/ 3402269 h 5144399"/>
                <a:gd name="connsiteX30" fmla="*/ 0 w 5132824"/>
                <a:gd name="connsiteY30" fmla="*/ 1635 h 514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132824" h="5144399">
                  <a:moveTo>
                    <a:pt x="0" y="4399953"/>
                  </a:moveTo>
                  <a:lnTo>
                    <a:pt x="505180" y="4891013"/>
                  </a:lnTo>
                  <a:lnTo>
                    <a:pt x="0" y="5144399"/>
                  </a:lnTo>
                  <a:close/>
                  <a:moveTo>
                    <a:pt x="0" y="3421556"/>
                  </a:moveTo>
                  <a:lnTo>
                    <a:pt x="1169120" y="4557997"/>
                  </a:lnTo>
                  <a:lnTo>
                    <a:pt x="811051" y="4737595"/>
                  </a:lnTo>
                  <a:lnTo>
                    <a:pt x="0" y="3943515"/>
                  </a:lnTo>
                  <a:close/>
                  <a:moveTo>
                    <a:pt x="0" y="2443159"/>
                  </a:moveTo>
                  <a:lnTo>
                    <a:pt x="1833059" y="4224981"/>
                  </a:lnTo>
                  <a:lnTo>
                    <a:pt x="1476617" y="4403764"/>
                  </a:lnTo>
                  <a:lnTo>
                    <a:pt x="0" y="2958045"/>
                  </a:lnTo>
                  <a:close/>
                  <a:moveTo>
                    <a:pt x="4116478" y="2061035"/>
                  </a:moveTo>
                  <a:lnTo>
                    <a:pt x="5132824" y="2569899"/>
                  </a:lnTo>
                  <a:lnTo>
                    <a:pt x="4804444" y="2734606"/>
                  </a:lnTo>
                  <a:close/>
                  <a:moveTo>
                    <a:pt x="0" y="1464763"/>
                  </a:moveTo>
                  <a:lnTo>
                    <a:pt x="2496999" y="3891965"/>
                  </a:lnTo>
                  <a:lnTo>
                    <a:pt x="2142183" y="4069932"/>
                  </a:lnTo>
                  <a:lnTo>
                    <a:pt x="0" y="1972575"/>
                  </a:lnTo>
                  <a:close/>
                  <a:moveTo>
                    <a:pt x="2056530" y="1029662"/>
                  </a:moveTo>
                  <a:lnTo>
                    <a:pt x="3119486" y="1561862"/>
                  </a:lnTo>
                  <a:lnTo>
                    <a:pt x="4488817" y="2892917"/>
                  </a:lnTo>
                  <a:lnTo>
                    <a:pt x="4138879" y="3068437"/>
                  </a:lnTo>
                  <a:close/>
                  <a:moveTo>
                    <a:pt x="0" y="486366"/>
                  </a:moveTo>
                  <a:lnTo>
                    <a:pt x="3160939" y="3558949"/>
                  </a:lnTo>
                  <a:lnTo>
                    <a:pt x="2807748" y="3736100"/>
                  </a:lnTo>
                  <a:lnTo>
                    <a:pt x="0" y="987105"/>
                  </a:lnTo>
                  <a:close/>
                  <a:moveTo>
                    <a:pt x="0" y="0"/>
                  </a:moveTo>
                  <a:lnTo>
                    <a:pt x="1043834" y="522626"/>
                  </a:lnTo>
                  <a:lnTo>
                    <a:pt x="3824878" y="3225933"/>
                  </a:lnTo>
                  <a:lnTo>
                    <a:pt x="3473314" y="3402269"/>
                  </a:lnTo>
                  <a:lnTo>
                    <a:pt x="0" y="1635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1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7" y="2341107"/>
            <a:ext cx="8977207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40" name="Группа 39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41" name="Прямоугольник 40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2" name="Прямая соединительная линия 41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3" name="Группа 42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4" name="Прямоугольник 43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9" name="Прямоугольник 58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Прямоугольник 63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Прямоугольник 66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8" name="Прямоугольник 67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9" name="Прямоугольник 68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0" name="Прямоугольник 69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71" name="Объект 70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1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71" name="Объект 7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Прямоугольник 71"/>
          <p:cNvSpPr>
            <a:spLocks noChangeAspect="1"/>
          </p:cNvSpPr>
          <p:nvPr userDrawn="1"/>
        </p:nvSpPr>
        <p:spPr bwMode="auto">
          <a:xfrm>
            <a:off x="9902400" y="4567197"/>
            <a:ext cx="2289600" cy="229080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73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397653"/>
            <a:ext cx="1472905" cy="278400"/>
          </a:xfrm>
          <a:prstGeom prst="rect">
            <a:avLst/>
          </a:prstGeom>
        </p:spPr>
      </p:pic>
      <p:sp>
        <p:nvSpPr>
          <p:cNvPr id="74" name="TextBox 73"/>
          <p:cNvSpPr txBox="1"/>
          <p:nvPr userDrawn="1"/>
        </p:nvSpPr>
        <p:spPr>
          <a:xfrm>
            <a:off x="10058573" y="578832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75" name="Прямоугольник 74"/>
          <p:cNvSpPr>
            <a:spLocks noChangeAspect="1"/>
          </p:cNvSpPr>
          <p:nvPr userDrawn="1"/>
        </p:nvSpPr>
        <p:spPr bwMode="auto">
          <a:xfrm>
            <a:off x="9902400" y="2283599"/>
            <a:ext cx="2289600" cy="2290803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Полилиния 75"/>
          <p:cNvSpPr>
            <a:spLocks/>
          </p:cNvSpPr>
          <p:nvPr userDrawn="1"/>
        </p:nvSpPr>
        <p:spPr bwMode="auto">
          <a:xfrm>
            <a:off x="9903602" y="1"/>
            <a:ext cx="2288399" cy="2288399"/>
          </a:xfrm>
          <a:custGeom>
            <a:avLst/>
            <a:gdLst>
              <a:gd name="connsiteX0" fmla="*/ 0 w 5132824"/>
              <a:gd name="connsiteY0" fmla="*/ 4399953 h 5144399"/>
              <a:gd name="connsiteX1" fmla="*/ 505180 w 5132824"/>
              <a:gd name="connsiteY1" fmla="*/ 4891013 h 5144399"/>
              <a:gd name="connsiteX2" fmla="*/ 0 w 5132824"/>
              <a:gd name="connsiteY2" fmla="*/ 5144399 h 5144399"/>
              <a:gd name="connsiteX3" fmla="*/ 0 w 5132824"/>
              <a:gd name="connsiteY3" fmla="*/ 3421556 h 5144399"/>
              <a:gd name="connsiteX4" fmla="*/ 1169120 w 5132824"/>
              <a:gd name="connsiteY4" fmla="*/ 4557997 h 5144399"/>
              <a:gd name="connsiteX5" fmla="*/ 811051 w 5132824"/>
              <a:gd name="connsiteY5" fmla="*/ 4737595 h 5144399"/>
              <a:gd name="connsiteX6" fmla="*/ 0 w 5132824"/>
              <a:gd name="connsiteY6" fmla="*/ 3943515 h 5144399"/>
              <a:gd name="connsiteX7" fmla="*/ 0 w 5132824"/>
              <a:gd name="connsiteY7" fmla="*/ 2443159 h 5144399"/>
              <a:gd name="connsiteX8" fmla="*/ 1833059 w 5132824"/>
              <a:gd name="connsiteY8" fmla="*/ 4224981 h 5144399"/>
              <a:gd name="connsiteX9" fmla="*/ 1476617 w 5132824"/>
              <a:gd name="connsiteY9" fmla="*/ 4403764 h 5144399"/>
              <a:gd name="connsiteX10" fmla="*/ 0 w 5132824"/>
              <a:gd name="connsiteY10" fmla="*/ 2958045 h 5144399"/>
              <a:gd name="connsiteX11" fmla="*/ 4116478 w 5132824"/>
              <a:gd name="connsiteY11" fmla="*/ 2061035 h 5144399"/>
              <a:gd name="connsiteX12" fmla="*/ 5132824 w 5132824"/>
              <a:gd name="connsiteY12" fmla="*/ 2569899 h 5144399"/>
              <a:gd name="connsiteX13" fmla="*/ 4804444 w 5132824"/>
              <a:gd name="connsiteY13" fmla="*/ 2734606 h 5144399"/>
              <a:gd name="connsiteX14" fmla="*/ 0 w 5132824"/>
              <a:gd name="connsiteY14" fmla="*/ 1464763 h 5144399"/>
              <a:gd name="connsiteX15" fmla="*/ 2496999 w 5132824"/>
              <a:gd name="connsiteY15" fmla="*/ 3891965 h 5144399"/>
              <a:gd name="connsiteX16" fmla="*/ 2142183 w 5132824"/>
              <a:gd name="connsiteY16" fmla="*/ 4069932 h 5144399"/>
              <a:gd name="connsiteX17" fmla="*/ 0 w 5132824"/>
              <a:gd name="connsiteY17" fmla="*/ 1972575 h 5144399"/>
              <a:gd name="connsiteX18" fmla="*/ 2056530 w 5132824"/>
              <a:gd name="connsiteY18" fmla="*/ 1029662 h 5144399"/>
              <a:gd name="connsiteX19" fmla="*/ 3119486 w 5132824"/>
              <a:gd name="connsiteY19" fmla="*/ 1561862 h 5144399"/>
              <a:gd name="connsiteX20" fmla="*/ 4488817 w 5132824"/>
              <a:gd name="connsiteY20" fmla="*/ 2892917 h 5144399"/>
              <a:gd name="connsiteX21" fmla="*/ 4138879 w 5132824"/>
              <a:gd name="connsiteY21" fmla="*/ 3068437 h 5144399"/>
              <a:gd name="connsiteX22" fmla="*/ 0 w 5132824"/>
              <a:gd name="connsiteY22" fmla="*/ 486366 h 5144399"/>
              <a:gd name="connsiteX23" fmla="*/ 3160939 w 5132824"/>
              <a:gd name="connsiteY23" fmla="*/ 3558949 h 5144399"/>
              <a:gd name="connsiteX24" fmla="*/ 2807748 w 5132824"/>
              <a:gd name="connsiteY24" fmla="*/ 3736100 h 5144399"/>
              <a:gd name="connsiteX25" fmla="*/ 0 w 5132824"/>
              <a:gd name="connsiteY25" fmla="*/ 987105 h 5144399"/>
              <a:gd name="connsiteX26" fmla="*/ 0 w 5132824"/>
              <a:gd name="connsiteY26" fmla="*/ 0 h 5144399"/>
              <a:gd name="connsiteX27" fmla="*/ 1043834 w 5132824"/>
              <a:gd name="connsiteY27" fmla="*/ 522626 h 5144399"/>
              <a:gd name="connsiteX28" fmla="*/ 3824878 w 5132824"/>
              <a:gd name="connsiteY28" fmla="*/ 3225933 h 5144399"/>
              <a:gd name="connsiteX29" fmla="*/ 3473314 w 5132824"/>
              <a:gd name="connsiteY29" fmla="*/ 3402269 h 5144399"/>
              <a:gd name="connsiteX30" fmla="*/ 0 w 5132824"/>
              <a:gd name="connsiteY30" fmla="*/ 1635 h 51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132824" h="5144399">
                <a:moveTo>
                  <a:pt x="0" y="4399953"/>
                </a:moveTo>
                <a:lnTo>
                  <a:pt x="505180" y="4891013"/>
                </a:lnTo>
                <a:lnTo>
                  <a:pt x="0" y="5144399"/>
                </a:lnTo>
                <a:close/>
                <a:moveTo>
                  <a:pt x="0" y="3421556"/>
                </a:moveTo>
                <a:lnTo>
                  <a:pt x="1169120" y="4557997"/>
                </a:lnTo>
                <a:lnTo>
                  <a:pt x="811051" y="4737595"/>
                </a:lnTo>
                <a:lnTo>
                  <a:pt x="0" y="3943515"/>
                </a:lnTo>
                <a:close/>
                <a:moveTo>
                  <a:pt x="0" y="2443159"/>
                </a:moveTo>
                <a:lnTo>
                  <a:pt x="1833059" y="4224981"/>
                </a:lnTo>
                <a:lnTo>
                  <a:pt x="1476617" y="4403764"/>
                </a:lnTo>
                <a:lnTo>
                  <a:pt x="0" y="2958045"/>
                </a:lnTo>
                <a:close/>
                <a:moveTo>
                  <a:pt x="4116478" y="2061035"/>
                </a:moveTo>
                <a:lnTo>
                  <a:pt x="5132824" y="2569899"/>
                </a:lnTo>
                <a:lnTo>
                  <a:pt x="4804444" y="2734606"/>
                </a:lnTo>
                <a:close/>
                <a:moveTo>
                  <a:pt x="0" y="1464763"/>
                </a:moveTo>
                <a:lnTo>
                  <a:pt x="2496999" y="3891965"/>
                </a:lnTo>
                <a:lnTo>
                  <a:pt x="2142183" y="4069932"/>
                </a:lnTo>
                <a:lnTo>
                  <a:pt x="0" y="1972575"/>
                </a:lnTo>
                <a:close/>
                <a:moveTo>
                  <a:pt x="2056530" y="1029662"/>
                </a:moveTo>
                <a:lnTo>
                  <a:pt x="3119486" y="1561862"/>
                </a:lnTo>
                <a:lnTo>
                  <a:pt x="4488817" y="2892917"/>
                </a:lnTo>
                <a:lnTo>
                  <a:pt x="4138879" y="3068437"/>
                </a:lnTo>
                <a:close/>
                <a:moveTo>
                  <a:pt x="0" y="486366"/>
                </a:moveTo>
                <a:lnTo>
                  <a:pt x="3160939" y="3558949"/>
                </a:lnTo>
                <a:lnTo>
                  <a:pt x="2807748" y="3736100"/>
                </a:lnTo>
                <a:lnTo>
                  <a:pt x="0" y="987105"/>
                </a:lnTo>
                <a:close/>
                <a:moveTo>
                  <a:pt x="0" y="0"/>
                </a:moveTo>
                <a:lnTo>
                  <a:pt x="1043834" y="522626"/>
                </a:lnTo>
                <a:lnTo>
                  <a:pt x="3824878" y="3225933"/>
                </a:lnTo>
                <a:lnTo>
                  <a:pt x="3473314" y="3402269"/>
                </a:lnTo>
                <a:lnTo>
                  <a:pt x="0" y="1635"/>
                </a:lnTo>
                <a:close/>
              </a:path>
            </a:pathLst>
          </a:cu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258279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1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4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Прямоугольник 56"/>
          <p:cNvSpPr>
            <a:spLocks noChangeAspect="1"/>
          </p:cNvSpPr>
          <p:nvPr/>
        </p:nvSpPr>
        <p:spPr bwMode="auto">
          <a:xfrm>
            <a:off x="9908400" y="4573200"/>
            <a:ext cx="2283600" cy="228480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374649"/>
            <a:ext cx="9024789" cy="1942047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>
                <a:ln>
                  <a:noFill/>
                </a:ln>
                <a:solidFill>
                  <a:schemeClr val="tx2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3123707"/>
            <a:ext cx="8977207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4063296"/>
            <a:ext cx="8977207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397653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573" y="578832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2" y="4573200"/>
            <a:ext cx="9907196" cy="22848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6" name="Рисунок 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07200" y="0"/>
            <a:ext cx="2284800" cy="2284800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5" name="Рисунок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9907202" y="2286600"/>
            <a:ext cx="2284799" cy="2284800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7" y="2341107"/>
            <a:ext cx="8977207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8" name="Группа 37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9" name="Прямоугольник 38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0" name="Прямая соединительная линия 39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1" name="Группа 40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2" name="Прямоугольник 41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Прямоугольник 57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Прямоугольник 63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5" name="Объект 64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5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5" name="Объект 6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Прямоугольник 65"/>
          <p:cNvSpPr>
            <a:spLocks noChangeAspect="1"/>
          </p:cNvSpPr>
          <p:nvPr userDrawn="1"/>
        </p:nvSpPr>
        <p:spPr bwMode="auto">
          <a:xfrm>
            <a:off x="9908400" y="4573200"/>
            <a:ext cx="2283600" cy="228480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7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397653"/>
            <a:ext cx="1472905" cy="278400"/>
          </a:xfrm>
          <a:prstGeom prst="rect">
            <a:avLst/>
          </a:prstGeom>
        </p:spPr>
      </p:pic>
      <p:sp>
        <p:nvSpPr>
          <p:cNvPr id="68" name="TextBox 67"/>
          <p:cNvSpPr txBox="1"/>
          <p:nvPr userDrawn="1"/>
        </p:nvSpPr>
        <p:spPr>
          <a:xfrm>
            <a:off x="10058573" y="578832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0807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2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8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381674"/>
            <a:ext cx="9024789" cy="1925977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>
                <a:ln>
                  <a:noFill/>
                </a:ln>
                <a:solidFill>
                  <a:schemeClr val="tx2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3099848"/>
            <a:ext cx="8977207" cy="80048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4051300"/>
            <a:ext cx="11456959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Название мероприятия</a:t>
            </a:r>
            <a:br>
              <a:rPr lang="ru-RU" dirty="0" smtClean="0"/>
            </a:br>
            <a:r>
              <a:rPr lang="ru-RU" dirty="0" smtClean="0"/>
              <a:t>Дата проведения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474848"/>
            <a:ext cx="1472905" cy="278400"/>
          </a:xfrm>
          <a:prstGeom prst="rect">
            <a:avLst/>
          </a:prstGeom>
        </p:spPr>
      </p:pic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6868800" y="4573201"/>
            <a:ext cx="5323200" cy="2289601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6" name="Рисунок 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289598" y="4573201"/>
            <a:ext cx="2289601" cy="2289601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5" name="Рисунок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-1" y="4573201"/>
            <a:ext cx="2289600" cy="2289601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579197" y="4573201"/>
            <a:ext cx="2289603" cy="2289601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10058573" y="844136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accent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accent1"/>
                </a:solidFill>
              </a:rPr>
              <a:t> для роста</a:t>
            </a:r>
            <a:endParaRPr lang="ru-RU" sz="1467" dirty="0">
              <a:solidFill>
                <a:schemeClr val="accent1"/>
              </a:solidFill>
            </a:endParaRPr>
          </a:p>
        </p:txBody>
      </p:sp>
      <p:sp>
        <p:nvSpPr>
          <p:cNvPr id="57" name="Текст 7"/>
          <p:cNvSpPr>
            <a:spLocks noGrp="1"/>
          </p:cNvSpPr>
          <p:nvPr>
            <p:ph type="body" sz="quarter" idx="16" hasCustomPrompt="1"/>
          </p:nvPr>
        </p:nvSpPr>
        <p:spPr>
          <a:xfrm>
            <a:off x="478367" y="2341107"/>
            <a:ext cx="8977207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8" name="Группа 37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9" name="Прямоугольник 38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0" name="Прямая соединительная линия 39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1" name="Группа 40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2" name="Прямоугольник 41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Прямоугольник 57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Прямоугольник 63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5" name="Объект 64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9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5" name="Объект 6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6" name="Picture 29"/>
          <p:cNvPicPr>
            <a:picLocks noChangeAspect="1"/>
          </p:cNvPicPr>
          <p:nvPr userDrawn="1"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474848"/>
            <a:ext cx="1472905" cy="278400"/>
          </a:xfrm>
          <a:prstGeom prst="rect">
            <a:avLst/>
          </a:prstGeom>
        </p:spPr>
      </p:pic>
      <p:sp>
        <p:nvSpPr>
          <p:cNvPr id="67" name="TextBox 66"/>
          <p:cNvSpPr txBox="1"/>
          <p:nvPr userDrawn="1"/>
        </p:nvSpPr>
        <p:spPr>
          <a:xfrm>
            <a:off x="10058573" y="844136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accent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accent1"/>
                </a:solidFill>
              </a:rPr>
              <a:t> для роста</a:t>
            </a:r>
            <a:endParaRPr lang="ru-RU" sz="1467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206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2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2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384676"/>
            <a:ext cx="9024789" cy="1925977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>
                <a:ln>
                  <a:noFill/>
                </a:ln>
                <a:solidFill>
                  <a:schemeClr val="tx2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3099848"/>
            <a:ext cx="8977207" cy="80048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4051300"/>
            <a:ext cx="11456959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Название мероприятия</a:t>
            </a:r>
            <a:br>
              <a:rPr lang="ru-RU" dirty="0" smtClean="0"/>
            </a:br>
            <a:r>
              <a:rPr lang="ru-RU" dirty="0" smtClean="0"/>
              <a:t>Дата проведения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474848"/>
            <a:ext cx="1472905" cy="278400"/>
          </a:xfrm>
          <a:prstGeom prst="rect">
            <a:avLst/>
          </a:prstGeom>
        </p:spPr>
      </p:pic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6868800" y="4573200"/>
            <a:ext cx="5323200" cy="22848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10058573" y="844136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accent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accent1"/>
                </a:solidFill>
              </a:rPr>
              <a:t> для роста</a:t>
            </a:r>
            <a:endParaRPr lang="ru-RU" sz="1467" dirty="0">
              <a:solidFill>
                <a:schemeClr val="accent1"/>
              </a:solidFill>
            </a:endParaRPr>
          </a:p>
        </p:txBody>
      </p:sp>
      <p:grpSp>
        <p:nvGrpSpPr>
          <p:cNvPr id="11" name="Группа 10"/>
          <p:cNvGrpSpPr>
            <a:grpSpLocks noChangeAspect="1"/>
          </p:cNvGrpSpPr>
          <p:nvPr/>
        </p:nvGrpSpPr>
        <p:grpSpPr>
          <a:xfrm>
            <a:off x="4579200" y="4567197"/>
            <a:ext cx="2289600" cy="2290803"/>
            <a:chOff x="3425397" y="3425398"/>
            <a:chExt cx="1717200" cy="1718102"/>
          </a:xfrm>
        </p:grpSpPr>
        <p:sp>
          <p:nvSpPr>
            <p:cNvPr id="58" name="Прямоугольник 57"/>
            <p:cNvSpPr>
              <a:spLocks noChangeAspect="1"/>
            </p:cNvSpPr>
            <p:nvPr/>
          </p:nvSpPr>
          <p:spPr bwMode="auto">
            <a:xfrm>
              <a:off x="3425397" y="3425398"/>
              <a:ext cx="1717200" cy="1718102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Кольцо 7"/>
            <p:cNvSpPr/>
            <p:nvPr/>
          </p:nvSpPr>
          <p:spPr bwMode="auto">
            <a:xfrm>
              <a:off x="3558296" y="3558748"/>
              <a:ext cx="1451402" cy="1451402"/>
            </a:xfrm>
            <a:prstGeom prst="donut">
              <a:avLst>
                <a:gd name="adj" fmla="val 14683"/>
              </a:avLst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9" name="Кольцо 58"/>
            <p:cNvSpPr/>
            <p:nvPr/>
          </p:nvSpPr>
          <p:spPr bwMode="auto">
            <a:xfrm>
              <a:off x="3763584" y="3764036"/>
              <a:ext cx="1040826" cy="1040826"/>
            </a:xfrm>
            <a:prstGeom prst="donut">
              <a:avLst>
                <a:gd name="adj" fmla="val 23358"/>
              </a:avLst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Овал 8"/>
            <p:cNvSpPr/>
            <p:nvPr/>
          </p:nvSpPr>
          <p:spPr bwMode="auto">
            <a:xfrm>
              <a:off x="3998351" y="3998803"/>
              <a:ext cx="571292" cy="571292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2289600" y="4567197"/>
            <a:ext cx="2289600" cy="2290803"/>
            <a:chOff x="7431300" y="1712699"/>
            <a:chExt cx="1717200" cy="1718102"/>
          </a:xfrm>
        </p:grpSpPr>
        <p:sp>
          <p:nvSpPr>
            <p:cNvPr id="60" name="Прямоугольник 57"/>
            <p:cNvSpPr>
              <a:spLocks noChangeAspect="1"/>
            </p:cNvSpPr>
            <p:nvPr/>
          </p:nvSpPr>
          <p:spPr bwMode="auto">
            <a:xfrm>
              <a:off x="7431300" y="1712699"/>
              <a:ext cx="1717200" cy="1718102"/>
            </a:xfrm>
            <a:custGeom>
              <a:avLst/>
              <a:gdLst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  <a:gd name="connsiteX4" fmla="*/ 0 w 1712700"/>
                <a:gd name="connsiteY4" fmla="*/ 0 h 1713600"/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0 w 1712700"/>
                <a:gd name="connsiteY2" fmla="*/ 1713600 h 1713600"/>
                <a:gd name="connsiteX3" fmla="*/ 0 w 1712700"/>
                <a:gd name="connsiteY3" fmla="*/ 0 h 17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700" h="1713600">
                  <a:moveTo>
                    <a:pt x="0" y="0"/>
                  </a:moveTo>
                  <a:lnTo>
                    <a:pt x="1712700" y="0"/>
                  </a:lnTo>
                  <a:lnTo>
                    <a:pt x="0" y="1713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1" name="Прямоугольник 58"/>
            <p:cNvSpPr>
              <a:spLocks noChangeAspect="1"/>
            </p:cNvSpPr>
            <p:nvPr/>
          </p:nvSpPr>
          <p:spPr bwMode="auto">
            <a:xfrm>
              <a:off x="7431300" y="1712699"/>
              <a:ext cx="1717200" cy="1718102"/>
            </a:xfrm>
            <a:custGeom>
              <a:avLst/>
              <a:gdLst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  <a:gd name="connsiteX4" fmla="*/ 0 w 1712700"/>
                <a:gd name="connsiteY4" fmla="*/ 0 h 1713600"/>
                <a:gd name="connsiteX0" fmla="*/ 0 w 1712700"/>
                <a:gd name="connsiteY0" fmla="*/ 171360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700" h="1713600">
                  <a:moveTo>
                    <a:pt x="0" y="1713600"/>
                  </a:moveTo>
                  <a:lnTo>
                    <a:pt x="1712700" y="0"/>
                  </a:lnTo>
                  <a:lnTo>
                    <a:pt x="1712700" y="1713600"/>
                  </a:lnTo>
                  <a:lnTo>
                    <a:pt x="0" y="1713600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62" name="Группа 61"/>
          <p:cNvGrpSpPr/>
          <p:nvPr/>
        </p:nvGrpSpPr>
        <p:grpSpPr>
          <a:xfrm>
            <a:off x="0" y="4567197"/>
            <a:ext cx="2289600" cy="2290803"/>
            <a:chOff x="7431300" y="1712699"/>
            <a:chExt cx="1717200" cy="1718102"/>
          </a:xfrm>
        </p:grpSpPr>
        <p:sp>
          <p:nvSpPr>
            <p:cNvPr id="63" name="Прямоугольник 57"/>
            <p:cNvSpPr>
              <a:spLocks noChangeAspect="1"/>
            </p:cNvSpPr>
            <p:nvPr/>
          </p:nvSpPr>
          <p:spPr bwMode="auto">
            <a:xfrm>
              <a:off x="7431300" y="1712699"/>
              <a:ext cx="1717200" cy="1718102"/>
            </a:xfrm>
            <a:custGeom>
              <a:avLst/>
              <a:gdLst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  <a:gd name="connsiteX4" fmla="*/ 0 w 1712700"/>
                <a:gd name="connsiteY4" fmla="*/ 0 h 1713600"/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0 w 1712700"/>
                <a:gd name="connsiteY2" fmla="*/ 1713600 h 1713600"/>
                <a:gd name="connsiteX3" fmla="*/ 0 w 1712700"/>
                <a:gd name="connsiteY3" fmla="*/ 0 h 17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700" h="1713600">
                  <a:moveTo>
                    <a:pt x="0" y="0"/>
                  </a:moveTo>
                  <a:lnTo>
                    <a:pt x="1712700" y="0"/>
                  </a:lnTo>
                  <a:lnTo>
                    <a:pt x="0" y="1713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4" name="Прямоугольник 58"/>
            <p:cNvSpPr>
              <a:spLocks noChangeAspect="1"/>
            </p:cNvSpPr>
            <p:nvPr/>
          </p:nvSpPr>
          <p:spPr bwMode="auto">
            <a:xfrm>
              <a:off x="7431300" y="1712699"/>
              <a:ext cx="1717200" cy="1718102"/>
            </a:xfrm>
            <a:custGeom>
              <a:avLst/>
              <a:gdLst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  <a:gd name="connsiteX4" fmla="*/ 0 w 1712700"/>
                <a:gd name="connsiteY4" fmla="*/ 0 h 1713600"/>
                <a:gd name="connsiteX0" fmla="*/ 0 w 1712700"/>
                <a:gd name="connsiteY0" fmla="*/ 171360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700" h="1713600">
                  <a:moveTo>
                    <a:pt x="0" y="1713600"/>
                  </a:moveTo>
                  <a:lnTo>
                    <a:pt x="1712700" y="0"/>
                  </a:lnTo>
                  <a:lnTo>
                    <a:pt x="1712700" y="1713600"/>
                  </a:lnTo>
                  <a:lnTo>
                    <a:pt x="0" y="171360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57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7" y="2341107"/>
            <a:ext cx="8977207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46" name="Группа 45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47" name="Прямоугольник 46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8" name="Прямая соединительная линия 47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9" name="Группа 48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50" name="Прямоугольник 49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65" name="Прямоугольник 64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6" name="Прямоугольник 65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Прямоугольник 66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8" name="Прямоугольник 67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Прямоугольник 68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0" name="Прямоугольник 69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1" name="Прямоугольник 70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Прямоугольник 71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3" name="Прямоугольник 72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Прямоугольник 75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7" name="Прямоугольник 76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8" name="Прямоугольник 77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9" name="Прямоугольник 78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80" name="Объект 79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3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80" name="Объект 7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" name="Picture 29"/>
          <p:cNvPicPr>
            <a:picLocks noChangeAspect="1"/>
          </p:cNvPicPr>
          <p:nvPr userDrawn="1"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474848"/>
            <a:ext cx="1472905" cy="278400"/>
          </a:xfrm>
          <a:prstGeom prst="rect">
            <a:avLst/>
          </a:prstGeom>
        </p:spPr>
      </p:pic>
      <p:sp>
        <p:nvSpPr>
          <p:cNvPr id="82" name="TextBox 81"/>
          <p:cNvSpPr txBox="1"/>
          <p:nvPr userDrawn="1"/>
        </p:nvSpPr>
        <p:spPr>
          <a:xfrm>
            <a:off x="10058573" y="844136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accent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accent1"/>
                </a:solidFill>
              </a:rPr>
              <a:t> для роста</a:t>
            </a:r>
            <a:endParaRPr lang="ru-RU" sz="1467" dirty="0">
              <a:solidFill>
                <a:schemeClr val="accent1"/>
              </a:solidFill>
            </a:endParaRPr>
          </a:p>
        </p:txBody>
      </p:sp>
      <p:grpSp>
        <p:nvGrpSpPr>
          <p:cNvPr id="83" name="Группа 82"/>
          <p:cNvGrpSpPr>
            <a:grpSpLocks noChangeAspect="1"/>
          </p:cNvGrpSpPr>
          <p:nvPr userDrawn="1"/>
        </p:nvGrpSpPr>
        <p:grpSpPr>
          <a:xfrm>
            <a:off x="4579200" y="4567197"/>
            <a:ext cx="2289600" cy="2290803"/>
            <a:chOff x="3425397" y="3425398"/>
            <a:chExt cx="1717200" cy="1718102"/>
          </a:xfrm>
        </p:grpSpPr>
        <p:sp>
          <p:nvSpPr>
            <p:cNvPr id="84" name="Прямоугольник 83"/>
            <p:cNvSpPr>
              <a:spLocks noChangeAspect="1"/>
            </p:cNvSpPr>
            <p:nvPr userDrawn="1"/>
          </p:nvSpPr>
          <p:spPr bwMode="auto">
            <a:xfrm>
              <a:off x="3425397" y="3425398"/>
              <a:ext cx="1717200" cy="1718102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5" name="Кольцо 84"/>
            <p:cNvSpPr/>
            <p:nvPr userDrawn="1"/>
          </p:nvSpPr>
          <p:spPr bwMode="auto">
            <a:xfrm>
              <a:off x="3558296" y="3558748"/>
              <a:ext cx="1451402" cy="1451402"/>
            </a:xfrm>
            <a:prstGeom prst="donut">
              <a:avLst>
                <a:gd name="adj" fmla="val 14683"/>
              </a:avLst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6" name="Кольцо 85"/>
            <p:cNvSpPr/>
            <p:nvPr userDrawn="1"/>
          </p:nvSpPr>
          <p:spPr bwMode="auto">
            <a:xfrm>
              <a:off x="3763584" y="3764036"/>
              <a:ext cx="1040826" cy="1040826"/>
            </a:xfrm>
            <a:prstGeom prst="donut">
              <a:avLst>
                <a:gd name="adj" fmla="val 23358"/>
              </a:avLst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7" name="Овал 86"/>
            <p:cNvSpPr/>
            <p:nvPr userDrawn="1"/>
          </p:nvSpPr>
          <p:spPr bwMode="auto">
            <a:xfrm>
              <a:off x="3998351" y="3998803"/>
              <a:ext cx="571292" cy="571292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90" name="Прямоугольник 58"/>
          <p:cNvSpPr>
            <a:spLocks noChangeAspect="1"/>
          </p:cNvSpPr>
          <p:nvPr userDrawn="1"/>
        </p:nvSpPr>
        <p:spPr bwMode="auto">
          <a:xfrm>
            <a:off x="2289600" y="4567197"/>
            <a:ext cx="2289600" cy="2290803"/>
          </a:xfrm>
          <a:custGeom>
            <a:avLst/>
            <a:gdLst>
              <a:gd name="connsiteX0" fmla="*/ 0 w 1712700"/>
              <a:gd name="connsiteY0" fmla="*/ 0 h 1713600"/>
              <a:gd name="connsiteX1" fmla="*/ 1712700 w 1712700"/>
              <a:gd name="connsiteY1" fmla="*/ 0 h 1713600"/>
              <a:gd name="connsiteX2" fmla="*/ 1712700 w 1712700"/>
              <a:gd name="connsiteY2" fmla="*/ 1713600 h 1713600"/>
              <a:gd name="connsiteX3" fmla="*/ 0 w 1712700"/>
              <a:gd name="connsiteY3" fmla="*/ 1713600 h 1713600"/>
              <a:gd name="connsiteX4" fmla="*/ 0 w 1712700"/>
              <a:gd name="connsiteY4" fmla="*/ 0 h 1713600"/>
              <a:gd name="connsiteX0" fmla="*/ 0 w 1712700"/>
              <a:gd name="connsiteY0" fmla="*/ 1713600 h 1713600"/>
              <a:gd name="connsiteX1" fmla="*/ 1712700 w 1712700"/>
              <a:gd name="connsiteY1" fmla="*/ 0 h 1713600"/>
              <a:gd name="connsiteX2" fmla="*/ 1712700 w 1712700"/>
              <a:gd name="connsiteY2" fmla="*/ 1713600 h 1713600"/>
              <a:gd name="connsiteX3" fmla="*/ 0 w 1712700"/>
              <a:gd name="connsiteY3" fmla="*/ 1713600 h 171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2700" h="1713600">
                <a:moveTo>
                  <a:pt x="0" y="1713600"/>
                </a:moveTo>
                <a:lnTo>
                  <a:pt x="1712700" y="0"/>
                </a:lnTo>
                <a:lnTo>
                  <a:pt x="1712700" y="1713600"/>
                </a:lnTo>
                <a:lnTo>
                  <a:pt x="0" y="171360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3" name="Прямоугольник 58"/>
          <p:cNvSpPr>
            <a:spLocks noChangeAspect="1"/>
          </p:cNvSpPr>
          <p:nvPr userDrawn="1"/>
        </p:nvSpPr>
        <p:spPr bwMode="auto">
          <a:xfrm>
            <a:off x="0" y="4567197"/>
            <a:ext cx="2289600" cy="2290803"/>
          </a:xfrm>
          <a:custGeom>
            <a:avLst/>
            <a:gdLst>
              <a:gd name="connsiteX0" fmla="*/ 0 w 1712700"/>
              <a:gd name="connsiteY0" fmla="*/ 0 h 1713600"/>
              <a:gd name="connsiteX1" fmla="*/ 1712700 w 1712700"/>
              <a:gd name="connsiteY1" fmla="*/ 0 h 1713600"/>
              <a:gd name="connsiteX2" fmla="*/ 1712700 w 1712700"/>
              <a:gd name="connsiteY2" fmla="*/ 1713600 h 1713600"/>
              <a:gd name="connsiteX3" fmla="*/ 0 w 1712700"/>
              <a:gd name="connsiteY3" fmla="*/ 1713600 h 1713600"/>
              <a:gd name="connsiteX4" fmla="*/ 0 w 1712700"/>
              <a:gd name="connsiteY4" fmla="*/ 0 h 1713600"/>
              <a:gd name="connsiteX0" fmla="*/ 0 w 1712700"/>
              <a:gd name="connsiteY0" fmla="*/ 1713600 h 1713600"/>
              <a:gd name="connsiteX1" fmla="*/ 1712700 w 1712700"/>
              <a:gd name="connsiteY1" fmla="*/ 0 h 1713600"/>
              <a:gd name="connsiteX2" fmla="*/ 1712700 w 1712700"/>
              <a:gd name="connsiteY2" fmla="*/ 1713600 h 1713600"/>
              <a:gd name="connsiteX3" fmla="*/ 0 w 1712700"/>
              <a:gd name="connsiteY3" fmla="*/ 1713600 h 171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2700" h="1713600">
                <a:moveTo>
                  <a:pt x="0" y="1713600"/>
                </a:moveTo>
                <a:lnTo>
                  <a:pt x="1712700" y="0"/>
                </a:lnTo>
                <a:lnTo>
                  <a:pt x="1712700" y="1713600"/>
                </a:lnTo>
                <a:lnTo>
                  <a:pt x="0" y="171360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1886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2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6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5" y="2605700"/>
            <a:ext cx="11282849" cy="1551317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>
                <a:ln>
                  <a:noFill/>
                </a:ln>
                <a:solidFill>
                  <a:schemeClr val="tx2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5150800"/>
            <a:ext cx="8977207" cy="80048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6116673"/>
            <a:ext cx="8977207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Название мероприятия</a:t>
            </a:r>
            <a:br>
              <a:rPr lang="ru-RU" dirty="0" smtClean="0"/>
            </a:br>
            <a:r>
              <a:rPr lang="ru-RU" dirty="0" smtClean="0"/>
              <a:t>Дата проведения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6854395" y="0"/>
            <a:ext cx="5337604" cy="22848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6" name="Рисунок 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284799" y="0"/>
            <a:ext cx="2284800" cy="2284800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5" name="Рисунок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" y="0"/>
            <a:ext cx="2284799" cy="2284800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569597" y="0"/>
            <a:ext cx="2284801" cy="2284800"/>
          </a:xfrm>
        </p:spPr>
        <p:txBody>
          <a:bodyPr vert="horz" lIns="0" tIns="0" rIns="0" bIns="0" rtlCol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Пиктограмма</a:t>
            </a:r>
            <a:endParaRPr lang="ru-RU" dirty="0"/>
          </a:p>
        </p:txBody>
      </p:sp>
      <p:pic>
        <p:nvPicPr>
          <p:cNvPr id="57" name="Picture 29"/>
          <p:cNvPicPr>
            <a:picLocks noChangeAspect="1"/>
          </p:cNvPicPr>
          <p:nvPr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716693"/>
            <a:ext cx="1472905" cy="2784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058573" y="610736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accent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accent1"/>
                </a:solidFill>
              </a:rPr>
              <a:t> для роста</a:t>
            </a:r>
            <a:endParaRPr lang="ru-RU" sz="1467" dirty="0">
              <a:solidFill>
                <a:schemeClr val="accent1"/>
              </a:solidFill>
            </a:endParaRPr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6" hasCustomPrompt="1"/>
          </p:nvPr>
        </p:nvSpPr>
        <p:spPr>
          <a:xfrm>
            <a:off x="478367" y="4347023"/>
            <a:ext cx="8977207" cy="647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8" name="Группа 37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9" name="Прямоугольник 38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0" name="Прямая соединительная линия 39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1" name="Группа 40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2" name="Прямоугольник 41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Прямоугольник 58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Прямоугольник 63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Прямоугольник 64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6" name="Объект 65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7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6" name="Объект 6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7" name="Picture 29"/>
          <p:cNvPicPr>
            <a:picLocks noChangeAspect="1"/>
          </p:cNvPicPr>
          <p:nvPr userDrawn="1"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716693"/>
            <a:ext cx="1472905" cy="278400"/>
          </a:xfrm>
          <a:prstGeom prst="rect">
            <a:avLst/>
          </a:prstGeom>
        </p:spPr>
      </p:pic>
      <p:sp>
        <p:nvSpPr>
          <p:cNvPr id="68" name="TextBox 67"/>
          <p:cNvSpPr txBox="1"/>
          <p:nvPr userDrawn="1"/>
        </p:nvSpPr>
        <p:spPr>
          <a:xfrm>
            <a:off x="10058573" y="610736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accent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accent1"/>
                </a:solidFill>
              </a:rPr>
              <a:t> для роста</a:t>
            </a:r>
            <a:endParaRPr lang="ru-RU" sz="1467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2299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2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0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2599406"/>
            <a:ext cx="11282849" cy="1635351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5333" b="0" i="0" u="none" cap="none" spc="0" baseline="0" dirty="0">
                <a:ln>
                  <a:noFill/>
                </a:ln>
                <a:solidFill>
                  <a:schemeClr val="tx2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7" y="5150800"/>
            <a:ext cx="8977207" cy="80048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7" y="6116673"/>
            <a:ext cx="8977207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Название мероприятия</a:t>
            </a:r>
            <a:br>
              <a:rPr lang="ru-RU" dirty="0" smtClean="0"/>
            </a:br>
            <a:r>
              <a:rPr lang="ru-RU" dirty="0" smtClean="0"/>
              <a:t>Дата проведения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6854395" y="0"/>
            <a:ext cx="5337604" cy="22848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pic>
        <p:nvPicPr>
          <p:cNvPr id="57" name="Picture 29"/>
          <p:cNvPicPr>
            <a:picLocks noChangeAspect="1"/>
          </p:cNvPicPr>
          <p:nvPr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716693"/>
            <a:ext cx="1472905" cy="2784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058573" y="610736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accent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accent1"/>
                </a:solidFill>
              </a:rPr>
              <a:t> для роста</a:t>
            </a:r>
            <a:endParaRPr lang="ru-RU" sz="1467" dirty="0">
              <a:solidFill>
                <a:schemeClr val="accent1"/>
              </a:solidFill>
            </a:endParaRPr>
          </a:p>
        </p:txBody>
      </p:sp>
      <p:grpSp>
        <p:nvGrpSpPr>
          <p:cNvPr id="56" name="Группа 55"/>
          <p:cNvGrpSpPr>
            <a:grpSpLocks noChangeAspect="1"/>
          </p:cNvGrpSpPr>
          <p:nvPr/>
        </p:nvGrpSpPr>
        <p:grpSpPr>
          <a:xfrm>
            <a:off x="4564792" y="0"/>
            <a:ext cx="2289600" cy="2290803"/>
            <a:chOff x="3425397" y="3425398"/>
            <a:chExt cx="1717200" cy="1718102"/>
          </a:xfrm>
        </p:grpSpPr>
        <p:sp>
          <p:nvSpPr>
            <p:cNvPr id="59" name="Прямоугольник 58"/>
            <p:cNvSpPr>
              <a:spLocks noChangeAspect="1"/>
            </p:cNvSpPr>
            <p:nvPr/>
          </p:nvSpPr>
          <p:spPr bwMode="auto">
            <a:xfrm>
              <a:off x="3425397" y="3425398"/>
              <a:ext cx="1717200" cy="1718102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0" name="Кольцо 59"/>
            <p:cNvSpPr/>
            <p:nvPr/>
          </p:nvSpPr>
          <p:spPr bwMode="auto">
            <a:xfrm>
              <a:off x="3558296" y="3558748"/>
              <a:ext cx="1451402" cy="1451402"/>
            </a:xfrm>
            <a:prstGeom prst="donut">
              <a:avLst>
                <a:gd name="adj" fmla="val 14683"/>
              </a:avLst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1" name="Кольцо 60"/>
            <p:cNvSpPr/>
            <p:nvPr/>
          </p:nvSpPr>
          <p:spPr bwMode="auto">
            <a:xfrm>
              <a:off x="3763584" y="3764036"/>
              <a:ext cx="1040826" cy="1040826"/>
            </a:xfrm>
            <a:prstGeom prst="donut">
              <a:avLst>
                <a:gd name="adj" fmla="val 23358"/>
              </a:avLst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2" name="Овал 61"/>
            <p:cNvSpPr/>
            <p:nvPr/>
          </p:nvSpPr>
          <p:spPr bwMode="auto">
            <a:xfrm>
              <a:off x="3998351" y="3998803"/>
              <a:ext cx="571292" cy="571292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63" name="Группа 62"/>
          <p:cNvGrpSpPr/>
          <p:nvPr/>
        </p:nvGrpSpPr>
        <p:grpSpPr>
          <a:xfrm>
            <a:off x="2289600" y="0"/>
            <a:ext cx="2289600" cy="2290803"/>
            <a:chOff x="7431300" y="1712699"/>
            <a:chExt cx="1717200" cy="1718102"/>
          </a:xfrm>
        </p:grpSpPr>
        <p:sp>
          <p:nvSpPr>
            <p:cNvPr id="64" name="Прямоугольник 57"/>
            <p:cNvSpPr>
              <a:spLocks noChangeAspect="1"/>
            </p:cNvSpPr>
            <p:nvPr/>
          </p:nvSpPr>
          <p:spPr bwMode="auto">
            <a:xfrm>
              <a:off x="7431300" y="1712699"/>
              <a:ext cx="1717200" cy="1718102"/>
            </a:xfrm>
            <a:custGeom>
              <a:avLst/>
              <a:gdLst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  <a:gd name="connsiteX4" fmla="*/ 0 w 1712700"/>
                <a:gd name="connsiteY4" fmla="*/ 0 h 1713600"/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0 w 1712700"/>
                <a:gd name="connsiteY2" fmla="*/ 1713600 h 1713600"/>
                <a:gd name="connsiteX3" fmla="*/ 0 w 1712700"/>
                <a:gd name="connsiteY3" fmla="*/ 0 h 17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700" h="1713600">
                  <a:moveTo>
                    <a:pt x="0" y="0"/>
                  </a:moveTo>
                  <a:lnTo>
                    <a:pt x="1712700" y="0"/>
                  </a:lnTo>
                  <a:lnTo>
                    <a:pt x="0" y="1713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5" name="Прямоугольник 58"/>
            <p:cNvSpPr>
              <a:spLocks noChangeAspect="1"/>
            </p:cNvSpPr>
            <p:nvPr/>
          </p:nvSpPr>
          <p:spPr bwMode="auto">
            <a:xfrm>
              <a:off x="7431300" y="1712699"/>
              <a:ext cx="1717200" cy="1718102"/>
            </a:xfrm>
            <a:custGeom>
              <a:avLst/>
              <a:gdLst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  <a:gd name="connsiteX4" fmla="*/ 0 w 1712700"/>
                <a:gd name="connsiteY4" fmla="*/ 0 h 1713600"/>
                <a:gd name="connsiteX0" fmla="*/ 0 w 1712700"/>
                <a:gd name="connsiteY0" fmla="*/ 171360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700" h="1713600">
                  <a:moveTo>
                    <a:pt x="0" y="1713600"/>
                  </a:moveTo>
                  <a:lnTo>
                    <a:pt x="1712700" y="0"/>
                  </a:lnTo>
                  <a:lnTo>
                    <a:pt x="1712700" y="1713600"/>
                  </a:lnTo>
                  <a:lnTo>
                    <a:pt x="0" y="1713600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66" name="Группа 65"/>
          <p:cNvGrpSpPr/>
          <p:nvPr/>
        </p:nvGrpSpPr>
        <p:grpSpPr>
          <a:xfrm>
            <a:off x="0" y="0"/>
            <a:ext cx="2289600" cy="2290803"/>
            <a:chOff x="7431300" y="1712699"/>
            <a:chExt cx="1717200" cy="1718102"/>
          </a:xfrm>
        </p:grpSpPr>
        <p:sp>
          <p:nvSpPr>
            <p:cNvPr id="67" name="Прямоугольник 57"/>
            <p:cNvSpPr>
              <a:spLocks noChangeAspect="1"/>
            </p:cNvSpPr>
            <p:nvPr/>
          </p:nvSpPr>
          <p:spPr bwMode="auto">
            <a:xfrm>
              <a:off x="7431300" y="1712699"/>
              <a:ext cx="1717200" cy="1718102"/>
            </a:xfrm>
            <a:custGeom>
              <a:avLst/>
              <a:gdLst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  <a:gd name="connsiteX4" fmla="*/ 0 w 1712700"/>
                <a:gd name="connsiteY4" fmla="*/ 0 h 1713600"/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0 w 1712700"/>
                <a:gd name="connsiteY2" fmla="*/ 1713600 h 1713600"/>
                <a:gd name="connsiteX3" fmla="*/ 0 w 1712700"/>
                <a:gd name="connsiteY3" fmla="*/ 0 h 17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700" h="1713600">
                  <a:moveTo>
                    <a:pt x="0" y="0"/>
                  </a:moveTo>
                  <a:lnTo>
                    <a:pt x="1712700" y="0"/>
                  </a:lnTo>
                  <a:lnTo>
                    <a:pt x="0" y="1713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8" name="Прямоугольник 58"/>
            <p:cNvSpPr>
              <a:spLocks noChangeAspect="1"/>
            </p:cNvSpPr>
            <p:nvPr/>
          </p:nvSpPr>
          <p:spPr bwMode="auto">
            <a:xfrm>
              <a:off x="7431300" y="1712699"/>
              <a:ext cx="1717200" cy="1718102"/>
            </a:xfrm>
            <a:custGeom>
              <a:avLst/>
              <a:gdLst>
                <a:gd name="connsiteX0" fmla="*/ 0 w 1712700"/>
                <a:gd name="connsiteY0" fmla="*/ 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  <a:gd name="connsiteX4" fmla="*/ 0 w 1712700"/>
                <a:gd name="connsiteY4" fmla="*/ 0 h 1713600"/>
                <a:gd name="connsiteX0" fmla="*/ 0 w 1712700"/>
                <a:gd name="connsiteY0" fmla="*/ 1713600 h 1713600"/>
                <a:gd name="connsiteX1" fmla="*/ 1712700 w 1712700"/>
                <a:gd name="connsiteY1" fmla="*/ 0 h 1713600"/>
                <a:gd name="connsiteX2" fmla="*/ 1712700 w 1712700"/>
                <a:gd name="connsiteY2" fmla="*/ 1713600 h 1713600"/>
                <a:gd name="connsiteX3" fmla="*/ 0 w 1712700"/>
                <a:gd name="connsiteY3" fmla="*/ 1713600 h 17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700" h="1713600">
                  <a:moveTo>
                    <a:pt x="0" y="1713600"/>
                  </a:moveTo>
                  <a:lnTo>
                    <a:pt x="1712700" y="0"/>
                  </a:lnTo>
                  <a:lnTo>
                    <a:pt x="1712700" y="1713600"/>
                  </a:lnTo>
                  <a:lnTo>
                    <a:pt x="0" y="171360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9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7" y="4347023"/>
            <a:ext cx="8977207" cy="647700"/>
          </a:xfrm>
        </p:spPr>
        <p:txBody>
          <a:bodyPr/>
          <a:lstStyle>
            <a:lvl1pPr marL="0" marR="0" indent="0" algn="l" defTabSz="12191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baseline="0"/>
            </a:lvl1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ru-RU" dirty="0" smtClean="0"/>
              <a:t>Подзаголовок (заполняется по необходимости)</a:t>
            </a:r>
          </a:p>
          <a:p>
            <a:pPr lvl="0"/>
            <a:endParaRPr lang="ru-RU" dirty="0" smtClean="0"/>
          </a:p>
        </p:txBody>
      </p:sp>
      <p:grpSp>
        <p:nvGrpSpPr>
          <p:cNvPr id="46" name="Группа 45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47" name="Прямоугольник 46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8" name="Прямая соединительная линия 47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9" name="Группа 48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50" name="Прямоугольник 49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70" name="Прямоугольник 69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1" name="Прямоугольник 70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Прямоугольник 71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3" name="Прямоугольник 72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Прямоугольник 73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5" name="Прямоугольник 74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6" name="Прямоугольник 75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Прямоугольник 76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8" name="Прямоугольник 77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Прямоугольник 80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2" name="Прямоугольник 81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3" name="Прямоугольник 82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4" name="Прямоугольник 83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85" name="Объект 84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1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85" name="Объект 8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6" name="Picture 29"/>
          <p:cNvPicPr>
            <a:picLocks noChangeAspect="1"/>
          </p:cNvPicPr>
          <p:nvPr userDrawn="1"/>
        </p:nvPicPr>
        <p:blipFill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861" y="5716693"/>
            <a:ext cx="1472905" cy="278400"/>
          </a:xfrm>
          <a:prstGeom prst="rect">
            <a:avLst/>
          </a:prstGeom>
        </p:spPr>
      </p:pic>
      <p:sp>
        <p:nvSpPr>
          <p:cNvPr id="87" name="TextBox 86"/>
          <p:cNvSpPr txBox="1"/>
          <p:nvPr userDrawn="1"/>
        </p:nvSpPr>
        <p:spPr>
          <a:xfrm>
            <a:off x="10058573" y="6107360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accent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accent1"/>
                </a:solidFill>
              </a:rPr>
              <a:t> для роста</a:t>
            </a:r>
            <a:endParaRPr lang="ru-RU" sz="1467" dirty="0">
              <a:solidFill>
                <a:schemeClr val="accent1"/>
              </a:solidFill>
            </a:endParaRPr>
          </a:p>
        </p:txBody>
      </p:sp>
      <p:grpSp>
        <p:nvGrpSpPr>
          <p:cNvPr id="88" name="Группа 87"/>
          <p:cNvGrpSpPr>
            <a:grpSpLocks noChangeAspect="1"/>
          </p:cNvGrpSpPr>
          <p:nvPr userDrawn="1"/>
        </p:nvGrpSpPr>
        <p:grpSpPr>
          <a:xfrm>
            <a:off x="4741991" y="177800"/>
            <a:ext cx="1935203" cy="1935203"/>
            <a:chOff x="3558296" y="3558748"/>
            <a:chExt cx="1451402" cy="1451402"/>
          </a:xfrm>
        </p:grpSpPr>
        <p:sp>
          <p:nvSpPr>
            <p:cNvPr id="90" name="Кольцо 89"/>
            <p:cNvSpPr/>
            <p:nvPr userDrawn="1"/>
          </p:nvSpPr>
          <p:spPr bwMode="auto">
            <a:xfrm>
              <a:off x="3558296" y="3558748"/>
              <a:ext cx="1451402" cy="1451402"/>
            </a:xfrm>
            <a:prstGeom prst="donut">
              <a:avLst>
                <a:gd name="adj" fmla="val 14683"/>
              </a:avLst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1" name="Кольцо 90"/>
            <p:cNvSpPr/>
            <p:nvPr userDrawn="1"/>
          </p:nvSpPr>
          <p:spPr bwMode="auto">
            <a:xfrm>
              <a:off x="3763584" y="3764036"/>
              <a:ext cx="1040826" cy="1040826"/>
            </a:xfrm>
            <a:prstGeom prst="donut">
              <a:avLst>
                <a:gd name="adj" fmla="val 23358"/>
              </a:avLst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2" name="Овал 91"/>
            <p:cNvSpPr/>
            <p:nvPr userDrawn="1"/>
          </p:nvSpPr>
          <p:spPr bwMode="auto">
            <a:xfrm>
              <a:off x="3998351" y="3998803"/>
              <a:ext cx="571292" cy="571292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95" name="Прямоугольник 58"/>
          <p:cNvSpPr>
            <a:spLocks noChangeAspect="1"/>
          </p:cNvSpPr>
          <p:nvPr userDrawn="1"/>
        </p:nvSpPr>
        <p:spPr bwMode="auto">
          <a:xfrm>
            <a:off x="2289600" y="0"/>
            <a:ext cx="2289600" cy="2290803"/>
          </a:xfrm>
          <a:custGeom>
            <a:avLst/>
            <a:gdLst>
              <a:gd name="connsiteX0" fmla="*/ 0 w 1712700"/>
              <a:gd name="connsiteY0" fmla="*/ 0 h 1713600"/>
              <a:gd name="connsiteX1" fmla="*/ 1712700 w 1712700"/>
              <a:gd name="connsiteY1" fmla="*/ 0 h 1713600"/>
              <a:gd name="connsiteX2" fmla="*/ 1712700 w 1712700"/>
              <a:gd name="connsiteY2" fmla="*/ 1713600 h 1713600"/>
              <a:gd name="connsiteX3" fmla="*/ 0 w 1712700"/>
              <a:gd name="connsiteY3" fmla="*/ 1713600 h 1713600"/>
              <a:gd name="connsiteX4" fmla="*/ 0 w 1712700"/>
              <a:gd name="connsiteY4" fmla="*/ 0 h 1713600"/>
              <a:gd name="connsiteX0" fmla="*/ 0 w 1712700"/>
              <a:gd name="connsiteY0" fmla="*/ 1713600 h 1713600"/>
              <a:gd name="connsiteX1" fmla="*/ 1712700 w 1712700"/>
              <a:gd name="connsiteY1" fmla="*/ 0 h 1713600"/>
              <a:gd name="connsiteX2" fmla="*/ 1712700 w 1712700"/>
              <a:gd name="connsiteY2" fmla="*/ 1713600 h 1713600"/>
              <a:gd name="connsiteX3" fmla="*/ 0 w 1712700"/>
              <a:gd name="connsiteY3" fmla="*/ 1713600 h 171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2700" h="1713600">
                <a:moveTo>
                  <a:pt x="0" y="1713600"/>
                </a:moveTo>
                <a:lnTo>
                  <a:pt x="1712700" y="0"/>
                </a:lnTo>
                <a:lnTo>
                  <a:pt x="1712700" y="1713600"/>
                </a:lnTo>
                <a:lnTo>
                  <a:pt x="0" y="171360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8" name="Прямоугольник 58"/>
          <p:cNvSpPr>
            <a:spLocks noChangeAspect="1"/>
          </p:cNvSpPr>
          <p:nvPr userDrawn="1"/>
        </p:nvSpPr>
        <p:spPr bwMode="auto">
          <a:xfrm>
            <a:off x="0" y="0"/>
            <a:ext cx="2289600" cy="2290803"/>
          </a:xfrm>
          <a:custGeom>
            <a:avLst/>
            <a:gdLst>
              <a:gd name="connsiteX0" fmla="*/ 0 w 1712700"/>
              <a:gd name="connsiteY0" fmla="*/ 0 h 1713600"/>
              <a:gd name="connsiteX1" fmla="*/ 1712700 w 1712700"/>
              <a:gd name="connsiteY1" fmla="*/ 0 h 1713600"/>
              <a:gd name="connsiteX2" fmla="*/ 1712700 w 1712700"/>
              <a:gd name="connsiteY2" fmla="*/ 1713600 h 1713600"/>
              <a:gd name="connsiteX3" fmla="*/ 0 w 1712700"/>
              <a:gd name="connsiteY3" fmla="*/ 1713600 h 1713600"/>
              <a:gd name="connsiteX4" fmla="*/ 0 w 1712700"/>
              <a:gd name="connsiteY4" fmla="*/ 0 h 1713600"/>
              <a:gd name="connsiteX0" fmla="*/ 0 w 1712700"/>
              <a:gd name="connsiteY0" fmla="*/ 1713600 h 1713600"/>
              <a:gd name="connsiteX1" fmla="*/ 1712700 w 1712700"/>
              <a:gd name="connsiteY1" fmla="*/ 0 h 1713600"/>
              <a:gd name="connsiteX2" fmla="*/ 1712700 w 1712700"/>
              <a:gd name="connsiteY2" fmla="*/ 1713600 h 1713600"/>
              <a:gd name="connsiteX3" fmla="*/ 0 w 1712700"/>
              <a:gd name="connsiteY3" fmla="*/ 1713600 h 171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2700" h="1713600">
                <a:moveTo>
                  <a:pt x="0" y="1713600"/>
                </a:moveTo>
                <a:lnTo>
                  <a:pt x="1712700" y="0"/>
                </a:lnTo>
                <a:lnTo>
                  <a:pt x="1712700" y="1713600"/>
                </a:lnTo>
                <a:lnTo>
                  <a:pt x="0" y="171360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344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2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4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8764797" cy="6858000"/>
          </a:xfrm>
          <a:solidFill>
            <a:schemeClr val="tx2"/>
          </a:solidFill>
          <a:ln w="9525" cap="flat" cmpd="sng" algn="ctr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57" name="Прямоугольник 56"/>
          <p:cNvSpPr/>
          <p:nvPr/>
        </p:nvSpPr>
        <p:spPr bwMode="auto">
          <a:xfrm>
            <a:off x="8764800" y="3429000"/>
            <a:ext cx="34272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30784" y="2221698"/>
            <a:ext cx="7869936" cy="2274909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>
                <a:ln>
                  <a:noFill/>
                </a:ln>
                <a:solidFill>
                  <a:srgbClr val="FFFFFF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8" y="5325050"/>
            <a:ext cx="7822353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defRPr lang="ru-RU" sz="1600" b="0" baseline="0" dirty="0">
                <a:solidFill>
                  <a:srgbClr val="FFFFFF"/>
                </a:solidFill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  <a:br>
              <a:rPr lang="ru-RU" dirty="0"/>
            </a:br>
            <a:r>
              <a:rPr lang="ru-RU" dirty="0"/>
              <a:t>Компания / функция / направление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93" y="5736792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41105" y="6127459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8" y="6202236"/>
            <a:ext cx="7822353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>
                <a:solidFill>
                  <a:srgbClr val="FFFFFF"/>
                </a:solidFill>
                <a:effectLst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  <a:br>
              <a:rPr lang="ru-RU" dirty="0"/>
            </a:br>
            <a:r>
              <a:rPr lang="ru-RU" dirty="0"/>
              <a:t>Дата проведения</a:t>
            </a:r>
          </a:p>
          <a:p>
            <a:pPr lvl="0"/>
            <a:endParaRPr lang="ru-RU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8764800" y="0"/>
            <a:ext cx="3427200" cy="3429000"/>
            <a:chOff x="6573600" y="0"/>
            <a:chExt cx="2570400" cy="2571750"/>
          </a:xfrm>
        </p:grpSpPr>
        <p:sp>
          <p:nvSpPr>
            <p:cNvPr id="56" name="Прямоугольник 55"/>
            <p:cNvSpPr/>
            <p:nvPr/>
          </p:nvSpPr>
          <p:spPr bwMode="auto">
            <a:xfrm>
              <a:off x="6573600" y="0"/>
              <a:ext cx="2570400" cy="257175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8" name="Овал 57"/>
            <p:cNvSpPr/>
            <p:nvPr/>
          </p:nvSpPr>
          <p:spPr bwMode="auto">
            <a:xfrm>
              <a:off x="6782475" y="209550"/>
              <a:ext cx="2152650" cy="215265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59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4596178"/>
            <a:ext cx="7822353" cy="647700"/>
          </a:xfrm>
        </p:spPr>
        <p:txBody>
          <a:bodyPr/>
          <a:lstStyle>
            <a:lvl1pPr marL="0" marR="0" indent="0" algn="l" defTabSz="12191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baseline="0">
                <a:solidFill>
                  <a:srgbClr val="FFFFFF"/>
                </a:solidFill>
              </a:defRPr>
            </a:lvl1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ru-RU" dirty="0" smtClean="0"/>
              <a:t>Подзаголовок (заполняется по необходимости)</a:t>
            </a:r>
          </a:p>
          <a:p>
            <a:pPr lvl="0"/>
            <a:endParaRPr lang="ru-RU" dirty="0" smtClean="0"/>
          </a:p>
        </p:txBody>
      </p:sp>
      <p:grpSp>
        <p:nvGrpSpPr>
          <p:cNvPr id="39" name="Группа 38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40" name="Прямоугольник 39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1" name="Прямая соединительная линия 40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2" name="Группа 41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3" name="Прямоугольник 42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Прямоугольник 63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Прямоугольник 64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6" name="Прямоугольник 65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7" name="Прямоугольник 66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8" name="Объект 67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5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8" name="Объект 6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Прямоугольник 68"/>
          <p:cNvSpPr/>
          <p:nvPr userDrawn="1"/>
        </p:nvSpPr>
        <p:spPr bwMode="auto">
          <a:xfrm>
            <a:off x="8764797" y="3429000"/>
            <a:ext cx="3427203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70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93" y="5736792"/>
            <a:ext cx="1472905" cy="278400"/>
          </a:xfrm>
          <a:prstGeom prst="rect">
            <a:avLst/>
          </a:prstGeom>
        </p:spPr>
      </p:pic>
      <p:sp>
        <p:nvSpPr>
          <p:cNvPr id="71" name="TextBox 70"/>
          <p:cNvSpPr txBox="1"/>
          <p:nvPr userDrawn="1"/>
        </p:nvSpPr>
        <p:spPr>
          <a:xfrm>
            <a:off x="9541105" y="6127459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grpSp>
        <p:nvGrpSpPr>
          <p:cNvPr id="72" name="Группа 71"/>
          <p:cNvGrpSpPr/>
          <p:nvPr userDrawn="1"/>
        </p:nvGrpSpPr>
        <p:grpSpPr>
          <a:xfrm>
            <a:off x="8764797" y="0"/>
            <a:ext cx="3427200" cy="3429000"/>
            <a:chOff x="6573600" y="0"/>
            <a:chExt cx="2570400" cy="2571750"/>
          </a:xfrm>
        </p:grpSpPr>
        <p:sp>
          <p:nvSpPr>
            <p:cNvPr id="73" name="Прямоугольник 72"/>
            <p:cNvSpPr/>
            <p:nvPr userDrawn="1"/>
          </p:nvSpPr>
          <p:spPr bwMode="auto">
            <a:xfrm>
              <a:off x="6573600" y="0"/>
              <a:ext cx="2570400" cy="257175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4" name="Овал 73"/>
            <p:cNvSpPr/>
            <p:nvPr userDrawn="1"/>
          </p:nvSpPr>
          <p:spPr bwMode="auto">
            <a:xfrm>
              <a:off x="6782475" y="209550"/>
              <a:ext cx="2152650" cy="215265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20198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3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8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8764797" cy="6858000"/>
          </a:xfr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57" name="Прямоугольник 56"/>
          <p:cNvSpPr/>
          <p:nvPr/>
        </p:nvSpPr>
        <p:spPr bwMode="auto">
          <a:xfrm>
            <a:off x="8764800" y="3429000"/>
            <a:ext cx="34272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93" y="5736792"/>
            <a:ext cx="1472905" cy="27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41105" y="6127459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8764800" y="0"/>
            <a:ext cx="3427200" cy="34272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47431" y="2243904"/>
            <a:ext cx="7869936" cy="2274909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>
                <a:ln>
                  <a:noFill/>
                </a:ln>
                <a:solidFill>
                  <a:srgbClr val="FFFFFF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8" y="5325050"/>
            <a:ext cx="7822353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ru-RU" sz="1600" b="0" baseline="0" dirty="0">
                <a:solidFill>
                  <a:srgbClr val="FFFFFF"/>
                </a:solidFill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 smtClean="0"/>
              <a:t>Имя Фамилия</a:t>
            </a:r>
            <a:br>
              <a:rPr lang="ru-RU" dirty="0" smtClean="0"/>
            </a:br>
            <a:r>
              <a:rPr lang="ru-RU" dirty="0" smtClean="0"/>
              <a:t>Должность</a:t>
            </a:r>
            <a:br>
              <a:rPr lang="ru-RU" dirty="0" smtClean="0"/>
            </a:br>
            <a:r>
              <a:rPr lang="ru-RU" dirty="0" smtClean="0"/>
              <a:t>Компания / функция / направление</a:t>
            </a:r>
            <a:endParaRPr lang="ru-RU" dirty="0"/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8" y="6202236"/>
            <a:ext cx="7822353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rgbClr val="FFFFFF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Название мероприятия</a:t>
            </a:r>
            <a:br>
              <a:rPr lang="ru-RU" dirty="0" smtClean="0"/>
            </a:br>
            <a:r>
              <a:rPr lang="ru-RU" dirty="0" smtClean="0"/>
              <a:t>Дата проведения</a:t>
            </a:r>
          </a:p>
          <a:p>
            <a:pPr lvl="0"/>
            <a:endParaRPr lang="ru-RU" dirty="0"/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4548537"/>
            <a:ext cx="7839000" cy="647700"/>
          </a:xfrm>
        </p:spPr>
        <p:txBody>
          <a:bodyPr/>
          <a:lstStyle>
            <a:lvl1pPr>
              <a:defRPr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7" name="Группа 36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9" name="Прямая соединительная линия 38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" name="Группа 39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1" name="Прямоугольник 40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4" name="Объект 63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9" name="Слайд think-cell" r:id="rId8" imgW="270" imgH="270" progId="TCLayout.ActiveDocument.1">
                  <p:embed/>
                </p:oleObj>
              </mc:Choice>
              <mc:Fallback>
                <p:oleObj name="Слайд think-cell" r:id="rId8" imgW="270" imgH="270" progId="TCLayout.ActiveDocument.1">
                  <p:embed/>
                  <p:pic>
                    <p:nvPicPr>
                      <p:cNvPr id="64" name="Объект 6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Прямоугольник 64"/>
          <p:cNvSpPr/>
          <p:nvPr userDrawn="1"/>
        </p:nvSpPr>
        <p:spPr bwMode="auto">
          <a:xfrm>
            <a:off x="8764800" y="3429000"/>
            <a:ext cx="34272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6" name="Picture 29"/>
          <p:cNvPicPr>
            <a:picLocks noChangeAspect="1"/>
          </p:cNvPicPr>
          <p:nvPr userDrawn="1"/>
        </p:nvPicPr>
        <p:blipFill>
          <a:blip r:embed="rId7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393" y="5736792"/>
            <a:ext cx="1472905" cy="278400"/>
          </a:xfrm>
          <a:prstGeom prst="rect">
            <a:avLst/>
          </a:prstGeom>
        </p:spPr>
      </p:pic>
      <p:sp>
        <p:nvSpPr>
          <p:cNvPr id="67" name="TextBox 66"/>
          <p:cNvSpPr txBox="1"/>
          <p:nvPr userDrawn="1"/>
        </p:nvSpPr>
        <p:spPr>
          <a:xfrm>
            <a:off x="9541105" y="6127459"/>
            <a:ext cx="1975413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67" dirty="0" smtClean="0">
                <a:solidFill>
                  <a:schemeClr val="bg1"/>
                </a:solidFill>
              </a:rPr>
              <a:t>Партнеры</a:t>
            </a:r>
            <a:r>
              <a:rPr lang="ru-RU" sz="1467" baseline="0" dirty="0" smtClean="0">
                <a:solidFill>
                  <a:schemeClr val="bg1"/>
                </a:solidFill>
              </a:rPr>
              <a:t> для роста</a:t>
            </a:r>
            <a:endParaRPr lang="ru-RU" sz="1467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3323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3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6" name="Слайд think-cell" r:id="rId4" imgW="270" imgH="270" progId="TCLayout.ActiveDocument.1">
                  <p:embed/>
                </p:oleObj>
              </mc:Choice>
              <mc:Fallback>
                <p:oleObj name="Слайд think-cell" r:id="rId4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8764800" y="0"/>
            <a:ext cx="3427200" cy="34272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47431" y="2243904"/>
            <a:ext cx="7869936" cy="2274909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>
                <a:ln>
                  <a:noFill/>
                </a:ln>
                <a:solidFill>
                  <a:schemeClr val="tx2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8" y="5325050"/>
            <a:ext cx="7822353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ru-RU" sz="1600" b="0" baseline="0" dirty="0">
                <a:solidFill>
                  <a:schemeClr val="tx2"/>
                </a:solidFill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 smtClean="0"/>
              <a:t>Имя Фамилия</a:t>
            </a:r>
            <a:br>
              <a:rPr lang="ru-RU" dirty="0" smtClean="0"/>
            </a:br>
            <a:r>
              <a:rPr lang="ru-RU" dirty="0" smtClean="0"/>
              <a:t>Должность</a:t>
            </a:r>
            <a:br>
              <a:rPr lang="ru-RU" dirty="0" smtClean="0"/>
            </a:br>
            <a:r>
              <a:rPr lang="ru-RU" dirty="0" smtClean="0"/>
              <a:t>Компания / функция / направление</a:t>
            </a:r>
            <a:endParaRPr lang="ru-RU" dirty="0"/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8" y="6202236"/>
            <a:ext cx="7822353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Название мероприятия</a:t>
            </a:r>
            <a:br>
              <a:rPr lang="ru-RU" dirty="0" smtClean="0"/>
            </a:br>
            <a:r>
              <a:rPr lang="ru-RU" dirty="0" smtClean="0"/>
              <a:t>Дата проведения</a:t>
            </a:r>
          </a:p>
          <a:p>
            <a:pPr lvl="0"/>
            <a:endParaRPr lang="ru-RU" dirty="0"/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4548537"/>
            <a:ext cx="7839000" cy="647700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7" name="Группа 36"/>
          <p:cNvGrpSpPr/>
          <p:nvPr userDrawn="1"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9" name="Прямая соединительная линия 38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" name="Группа 39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1" name="Прямоугольник 40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4" name="object 2"/>
          <p:cNvSpPr txBox="1">
            <a:spLocks/>
          </p:cNvSpPr>
          <p:nvPr/>
        </p:nvSpPr>
        <p:spPr>
          <a:xfrm>
            <a:off x="2620384" y="569773"/>
            <a:ext cx="2064000" cy="216256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ru-RU" sz="2000" b="1" smtClean="0">
                <a:solidFill>
                  <a:srgbClr val="008C95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5pPr>
            <a:lvl6pPr marL="389509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779021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168531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558042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7701" defTabSz="1219170">
              <a:spcBef>
                <a:spcPts val="79"/>
              </a:spcBef>
            </a:pPr>
            <a:r>
              <a:rPr lang="ru-RU" sz="1576" kern="0" dirty="0" smtClean="0">
                <a:solidFill>
                  <a:srgbClr val="008B95"/>
                </a:solidFill>
                <a:latin typeface="+mn-lt"/>
                <a:cs typeface="Roboto"/>
              </a:rPr>
              <a:t>Партнеры</a:t>
            </a:r>
            <a:r>
              <a:rPr lang="ru-RU" sz="1576" kern="0" spc="9" dirty="0" smtClean="0">
                <a:solidFill>
                  <a:srgbClr val="008B95"/>
                </a:solidFill>
                <a:latin typeface="+mn-lt"/>
                <a:cs typeface="Roboto"/>
              </a:rPr>
              <a:t> </a:t>
            </a:r>
            <a:r>
              <a:rPr lang="ru-RU" sz="1576" kern="0" dirty="0" smtClean="0">
                <a:solidFill>
                  <a:srgbClr val="008B95"/>
                </a:solidFill>
                <a:latin typeface="+mn-lt"/>
                <a:cs typeface="Roboto"/>
              </a:rPr>
              <a:t>для</a:t>
            </a:r>
            <a:r>
              <a:rPr lang="ru-RU" sz="1576" kern="0" spc="12" dirty="0" smtClean="0">
                <a:solidFill>
                  <a:srgbClr val="008B95"/>
                </a:solidFill>
                <a:latin typeface="+mn-lt"/>
                <a:cs typeface="Roboto"/>
              </a:rPr>
              <a:t> </a:t>
            </a:r>
            <a:r>
              <a:rPr lang="ru-RU" sz="1576" kern="0" spc="-7" dirty="0" smtClean="0">
                <a:solidFill>
                  <a:srgbClr val="008B95"/>
                </a:solidFill>
                <a:latin typeface="+mn-lt"/>
                <a:cs typeface="Roboto"/>
              </a:rPr>
              <a:t>роста</a:t>
            </a:r>
            <a:endParaRPr lang="ru-RU" sz="1576" kern="0" dirty="0">
              <a:latin typeface="+mn-lt"/>
              <a:cs typeface="Roboto"/>
            </a:endParaRPr>
          </a:p>
        </p:txBody>
      </p:sp>
      <p:sp>
        <p:nvSpPr>
          <p:cNvPr id="65" name="object 3"/>
          <p:cNvSpPr/>
          <p:nvPr/>
        </p:nvSpPr>
        <p:spPr>
          <a:xfrm>
            <a:off x="478368" y="489421"/>
            <a:ext cx="1542569" cy="291108"/>
          </a:xfrm>
          <a:custGeom>
            <a:avLst/>
            <a:gdLst/>
            <a:ahLst/>
            <a:cxnLst/>
            <a:rect l="l" t="t" r="r" b="b"/>
            <a:pathLst>
              <a:path w="2543810" h="480059">
                <a:moveTo>
                  <a:pt x="492340" y="59855"/>
                </a:moveTo>
                <a:lnTo>
                  <a:pt x="490080" y="41554"/>
                </a:lnTo>
                <a:lnTo>
                  <a:pt x="480250" y="21971"/>
                </a:lnTo>
                <a:lnTo>
                  <a:pt x="462356" y="6362"/>
                </a:lnTo>
                <a:lnTo>
                  <a:pt x="435902" y="0"/>
                </a:lnTo>
                <a:lnTo>
                  <a:pt x="95313" y="88"/>
                </a:lnTo>
                <a:lnTo>
                  <a:pt x="48907" y="17399"/>
                </a:lnTo>
                <a:lnTo>
                  <a:pt x="31470" y="54724"/>
                </a:lnTo>
                <a:lnTo>
                  <a:pt x="0" y="415531"/>
                </a:lnTo>
                <a:lnTo>
                  <a:pt x="2159" y="438353"/>
                </a:lnTo>
                <a:lnTo>
                  <a:pt x="12611" y="459079"/>
                </a:lnTo>
                <a:lnTo>
                  <a:pt x="30746" y="474141"/>
                </a:lnTo>
                <a:lnTo>
                  <a:pt x="55918" y="479958"/>
                </a:lnTo>
                <a:lnTo>
                  <a:pt x="394449" y="479958"/>
                </a:lnTo>
                <a:lnTo>
                  <a:pt x="442937" y="463499"/>
                </a:lnTo>
                <a:lnTo>
                  <a:pt x="460603" y="419544"/>
                </a:lnTo>
                <a:lnTo>
                  <a:pt x="474027" y="264807"/>
                </a:lnTo>
                <a:lnTo>
                  <a:pt x="269379" y="264807"/>
                </a:lnTo>
                <a:lnTo>
                  <a:pt x="260527" y="367385"/>
                </a:lnTo>
                <a:lnTo>
                  <a:pt x="208749" y="367385"/>
                </a:lnTo>
                <a:lnTo>
                  <a:pt x="231114" y="112636"/>
                </a:lnTo>
                <a:lnTo>
                  <a:pt x="282841" y="112636"/>
                </a:lnTo>
                <a:lnTo>
                  <a:pt x="274637" y="207949"/>
                </a:lnTo>
                <a:lnTo>
                  <a:pt x="479259" y="207949"/>
                </a:lnTo>
                <a:lnTo>
                  <a:pt x="492340" y="59855"/>
                </a:lnTo>
                <a:close/>
              </a:path>
              <a:path w="2543810" h="480059">
                <a:moveTo>
                  <a:pt x="1010373" y="12"/>
                </a:moveTo>
                <a:lnTo>
                  <a:pt x="849680" y="76"/>
                </a:lnTo>
                <a:lnTo>
                  <a:pt x="811034" y="15036"/>
                </a:lnTo>
                <a:lnTo>
                  <a:pt x="781558" y="82486"/>
                </a:lnTo>
                <a:lnTo>
                  <a:pt x="728230" y="248653"/>
                </a:lnTo>
                <a:lnTo>
                  <a:pt x="754697" y="76"/>
                </a:lnTo>
                <a:lnTo>
                  <a:pt x="550189" y="12"/>
                </a:lnTo>
                <a:lnTo>
                  <a:pt x="507301" y="479971"/>
                </a:lnTo>
                <a:lnTo>
                  <a:pt x="661504" y="479971"/>
                </a:lnTo>
                <a:lnTo>
                  <a:pt x="702779" y="466801"/>
                </a:lnTo>
                <a:lnTo>
                  <a:pt x="784326" y="262547"/>
                </a:lnTo>
                <a:lnTo>
                  <a:pt x="763485" y="479971"/>
                </a:lnTo>
                <a:lnTo>
                  <a:pt x="968197" y="479971"/>
                </a:lnTo>
                <a:lnTo>
                  <a:pt x="1010373" y="12"/>
                </a:lnTo>
                <a:close/>
              </a:path>
              <a:path w="2543810" h="480059">
                <a:moveTo>
                  <a:pt x="1523453" y="12"/>
                </a:moveTo>
                <a:lnTo>
                  <a:pt x="1062482" y="12"/>
                </a:lnTo>
                <a:lnTo>
                  <a:pt x="1020483" y="479933"/>
                </a:lnTo>
                <a:lnTo>
                  <a:pt x="1097330" y="479933"/>
                </a:lnTo>
                <a:lnTo>
                  <a:pt x="1428851" y="479933"/>
                </a:lnTo>
                <a:lnTo>
                  <a:pt x="1466037" y="467245"/>
                </a:lnTo>
                <a:lnTo>
                  <a:pt x="1486547" y="424459"/>
                </a:lnTo>
                <a:lnTo>
                  <a:pt x="1490522" y="380187"/>
                </a:lnTo>
                <a:lnTo>
                  <a:pt x="1501101" y="261073"/>
                </a:lnTo>
                <a:lnTo>
                  <a:pt x="1504251" y="225780"/>
                </a:lnTo>
                <a:lnTo>
                  <a:pt x="1501863" y="201091"/>
                </a:lnTo>
                <a:lnTo>
                  <a:pt x="1490484" y="180530"/>
                </a:lnTo>
                <a:lnTo>
                  <a:pt x="1470469" y="166471"/>
                </a:lnTo>
                <a:lnTo>
                  <a:pt x="1442186" y="161251"/>
                </a:lnTo>
                <a:lnTo>
                  <a:pt x="1296492" y="161251"/>
                </a:lnTo>
                <a:lnTo>
                  <a:pt x="1296492" y="261073"/>
                </a:lnTo>
                <a:lnTo>
                  <a:pt x="1286065" y="380187"/>
                </a:lnTo>
                <a:lnTo>
                  <a:pt x="1233766" y="380187"/>
                </a:lnTo>
                <a:lnTo>
                  <a:pt x="1244206" y="261073"/>
                </a:lnTo>
                <a:lnTo>
                  <a:pt x="1296492" y="261073"/>
                </a:lnTo>
                <a:lnTo>
                  <a:pt x="1296492" y="161251"/>
                </a:lnTo>
                <a:lnTo>
                  <a:pt x="1252982" y="161251"/>
                </a:lnTo>
                <a:lnTo>
                  <a:pt x="1257236" y="112572"/>
                </a:lnTo>
                <a:lnTo>
                  <a:pt x="1513522" y="112572"/>
                </a:lnTo>
                <a:lnTo>
                  <a:pt x="1523453" y="12"/>
                </a:lnTo>
                <a:close/>
              </a:path>
              <a:path w="2543810" h="480059">
                <a:moveTo>
                  <a:pt x="2036267" y="88"/>
                </a:moveTo>
                <a:lnTo>
                  <a:pt x="1831632" y="88"/>
                </a:lnTo>
                <a:lnTo>
                  <a:pt x="1812505" y="218897"/>
                </a:lnTo>
                <a:lnTo>
                  <a:pt x="1760639" y="218897"/>
                </a:lnTo>
                <a:lnTo>
                  <a:pt x="1779828" y="88"/>
                </a:lnTo>
                <a:lnTo>
                  <a:pt x="1575155" y="88"/>
                </a:lnTo>
                <a:lnTo>
                  <a:pt x="1553514" y="254165"/>
                </a:lnTo>
                <a:lnTo>
                  <a:pt x="1555115" y="275501"/>
                </a:lnTo>
                <a:lnTo>
                  <a:pt x="1564513" y="296456"/>
                </a:lnTo>
                <a:lnTo>
                  <a:pt x="1582889" y="312407"/>
                </a:lnTo>
                <a:lnTo>
                  <a:pt x="1611426" y="318757"/>
                </a:lnTo>
                <a:lnTo>
                  <a:pt x="1803717" y="318757"/>
                </a:lnTo>
                <a:lnTo>
                  <a:pt x="1799539" y="367449"/>
                </a:lnTo>
                <a:lnTo>
                  <a:pt x="1543507" y="367449"/>
                </a:lnTo>
                <a:lnTo>
                  <a:pt x="1533652" y="479996"/>
                </a:lnTo>
                <a:lnTo>
                  <a:pt x="1940902" y="479996"/>
                </a:lnTo>
                <a:lnTo>
                  <a:pt x="1961070" y="476580"/>
                </a:lnTo>
                <a:lnTo>
                  <a:pt x="1978825" y="466178"/>
                </a:lnTo>
                <a:lnTo>
                  <a:pt x="1992083" y="448564"/>
                </a:lnTo>
                <a:lnTo>
                  <a:pt x="1998764" y="423519"/>
                </a:lnTo>
                <a:lnTo>
                  <a:pt x="2036267" y="88"/>
                </a:lnTo>
                <a:close/>
              </a:path>
              <a:path w="2543810" h="480059">
                <a:moveTo>
                  <a:pt x="2543302" y="58407"/>
                </a:moveTo>
                <a:lnTo>
                  <a:pt x="2539733" y="34328"/>
                </a:lnTo>
                <a:lnTo>
                  <a:pt x="2526919" y="15951"/>
                </a:lnTo>
                <a:lnTo>
                  <a:pt x="2507081" y="4216"/>
                </a:lnTo>
                <a:lnTo>
                  <a:pt x="2482481" y="88"/>
                </a:lnTo>
                <a:lnTo>
                  <a:pt x="2333866" y="88"/>
                </a:lnTo>
                <a:lnTo>
                  <a:pt x="2333866" y="112674"/>
                </a:lnTo>
                <a:lnTo>
                  <a:pt x="2323414" y="231686"/>
                </a:lnTo>
                <a:lnTo>
                  <a:pt x="2272220" y="231686"/>
                </a:lnTo>
                <a:lnTo>
                  <a:pt x="2282596" y="112674"/>
                </a:lnTo>
                <a:lnTo>
                  <a:pt x="2333866" y="112674"/>
                </a:lnTo>
                <a:lnTo>
                  <a:pt x="2333866" y="88"/>
                </a:lnTo>
                <a:lnTo>
                  <a:pt x="2087803" y="88"/>
                </a:lnTo>
                <a:lnTo>
                  <a:pt x="2045843" y="479958"/>
                </a:lnTo>
                <a:lnTo>
                  <a:pt x="2250465" y="479958"/>
                </a:lnTo>
                <a:lnTo>
                  <a:pt x="2263394" y="331431"/>
                </a:lnTo>
                <a:lnTo>
                  <a:pt x="2336698" y="331431"/>
                </a:lnTo>
                <a:lnTo>
                  <a:pt x="2323046" y="331508"/>
                </a:lnTo>
                <a:lnTo>
                  <a:pt x="2462263" y="331508"/>
                </a:lnTo>
                <a:lnTo>
                  <a:pt x="2505151" y="317373"/>
                </a:lnTo>
                <a:lnTo>
                  <a:pt x="2524518" y="272376"/>
                </a:lnTo>
                <a:lnTo>
                  <a:pt x="2528163" y="231686"/>
                </a:lnTo>
                <a:lnTo>
                  <a:pt x="2534031" y="165468"/>
                </a:lnTo>
                <a:lnTo>
                  <a:pt x="2538653" y="112674"/>
                </a:lnTo>
                <a:lnTo>
                  <a:pt x="2540089" y="96405"/>
                </a:lnTo>
                <a:lnTo>
                  <a:pt x="2543302" y="58407"/>
                </a:lnTo>
                <a:close/>
              </a:path>
            </a:pathLst>
          </a:custGeom>
          <a:solidFill>
            <a:srgbClr val="008C95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Рисунок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764802" y="3430800"/>
            <a:ext cx="3427199" cy="34272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Пиктограмма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957999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3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0" name="Слайд think-cell" r:id="rId4" imgW="270" imgH="270" progId="TCLayout.ActiveDocument.1">
                  <p:embed/>
                </p:oleObj>
              </mc:Choice>
              <mc:Fallback>
                <p:oleObj name="Слайд think-cell" r:id="rId4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 bwMode="auto">
          <a:xfrm>
            <a:off x="0" y="0"/>
            <a:ext cx="8764797" cy="68592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6000" tIns="48000" rIns="96000" bIns="48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8764800" y="0"/>
            <a:ext cx="3427200" cy="34272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47431" y="2243904"/>
            <a:ext cx="7869936" cy="2274909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>
                <a:ln>
                  <a:noFill/>
                </a:ln>
                <a:solidFill>
                  <a:srgbClr val="FFFFFF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8" y="5325050"/>
            <a:ext cx="7822353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ru-RU" sz="1600" b="0" baseline="0" dirty="0">
                <a:solidFill>
                  <a:srgbClr val="FFFFFF"/>
                </a:solidFill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 smtClean="0"/>
              <a:t>Имя Фамилия</a:t>
            </a:r>
            <a:br>
              <a:rPr lang="ru-RU" dirty="0" smtClean="0"/>
            </a:br>
            <a:r>
              <a:rPr lang="ru-RU" dirty="0" smtClean="0"/>
              <a:t>Должность</a:t>
            </a:r>
            <a:br>
              <a:rPr lang="ru-RU" dirty="0" smtClean="0"/>
            </a:br>
            <a:r>
              <a:rPr lang="ru-RU" dirty="0" smtClean="0"/>
              <a:t>Компания / функция / направление</a:t>
            </a:r>
            <a:endParaRPr lang="ru-RU" dirty="0"/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8" y="6202236"/>
            <a:ext cx="7822353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rgbClr val="FFFFFF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Название мероприятия</a:t>
            </a:r>
            <a:br>
              <a:rPr lang="ru-RU" dirty="0" smtClean="0"/>
            </a:br>
            <a:r>
              <a:rPr lang="ru-RU" dirty="0" smtClean="0"/>
              <a:t>Дата проведения</a:t>
            </a:r>
          </a:p>
          <a:p>
            <a:pPr lvl="0"/>
            <a:endParaRPr lang="ru-RU" dirty="0"/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4548537"/>
            <a:ext cx="7839000" cy="647700"/>
          </a:xfrm>
        </p:spPr>
        <p:txBody>
          <a:bodyPr/>
          <a:lstStyle>
            <a:lvl1pPr>
              <a:defRPr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7" name="Группа 36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9" name="Прямая соединительная линия 38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" name="Группа 39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1" name="Прямоугольник 40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4" name="object 2"/>
          <p:cNvSpPr txBox="1">
            <a:spLocks/>
          </p:cNvSpPr>
          <p:nvPr/>
        </p:nvSpPr>
        <p:spPr>
          <a:xfrm>
            <a:off x="2620384" y="569773"/>
            <a:ext cx="2064000" cy="216256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ru-RU" sz="2000" b="1" smtClean="0">
                <a:solidFill>
                  <a:srgbClr val="008C95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5pPr>
            <a:lvl6pPr marL="389509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779021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168531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558042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7701" defTabSz="1219170">
              <a:spcBef>
                <a:spcPts val="79"/>
              </a:spcBef>
            </a:pPr>
            <a:r>
              <a:rPr lang="ru-RU" sz="1576" kern="0" dirty="0" smtClean="0">
                <a:solidFill>
                  <a:schemeClr val="bg1"/>
                </a:solidFill>
                <a:latin typeface="+mn-lt"/>
                <a:cs typeface="Roboto"/>
              </a:rPr>
              <a:t>Партнеры</a:t>
            </a:r>
            <a:r>
              <a:rPr lang="ru-RU" sz="1576" kern="0" spc="9" dirty="0" smtClean="0">
                <a:solidFill>
                  <a:schemeClr val="bg1"/>
                </a:solidFill>
                <a:latin typeface="+mn-lt"/>
                <a:cs typeface="Roboto"/>
              </a:rPr>
              <a:t> </a:t>
            </a:r>
            <a:r>
              <a:rPr lang="ru-RU" sz="1576" kern="0" dirty="0" smtClean="0">
                <a:solidFill>
                  <a:schemeClr val="bg1"/>
                </a:solidFill>
                <a:latin typeface="+mn-lt"/>
                <a:cs typeface="Roboto"/>
              </a:rPr>
              <a:t>для</a:t>
            </a:r>
            <a:r>
              <a:rPr lang="ru-RU" sz="1576" kern="0" spc="12" dirty="0" smtClean="0">
                <a:solidFill>
                  <a:schemeClr val="bg1"/>
                </a:solidFill>
                <a:latin typeface="+mn-lt"/>
                <a:cs typeface="Roboto"/>
              </a:rPr>
              <a:t> </a:t>
            </a:r>
            <a:r>
              <a:rPr lang="ru-RU" sz="1576" kern="0" spc="-7" dirty="0" smtClean="0">
                <a:solidFill>
                  <a:schemeClr val="bg1"/>
                </a:solidFill>
                <a:latin typeface="+mn-lt"/>
                <a:cs typeface="Roboto"/>
              </a:rPr>
              <a:t>роста</a:t>
            </a:r>
            <a:endParaRPr lang="ru-RU" sz="1576" kern="0" dirty="0">
              <a:solidFill>
                <a:schemeClr val="bg1"/>
              </a:solidFill>
              <a:latin typeface="+mn-lt"/>
              <a:cs typeface="Roboto"/>
            </a:endParaRPr>
          </a:p>
        </p:txBody>
      </p:sp>
      <p:sp>
        <p:nvSpPr>
          <p:cNvPr id="65" name="object 3"/>
          <p:cNvSpPr/>
          <p:nvPr/>
        </p:nvSpPr>
        <p:spPr>
          <a:xfrm>
            <a:off x="478368" y="489421"/>
            <a:ext cx="1542569" cy="291108"/>
          </a:xfrm>
          <a:custGeom>
            <a:avLst/>
            <a:gdLst/>
            <a:ahLst/>
            <a:cxnLst/>
            <a:rect l="l" t="t" r="r" b="b"/>
            <a:pathLst>
              <a:path w="2543810" h="480059">
                <a:moveTo>
                  <a:pt x="492340" y="59855"/>
                </a:moveTo>
                <a:lnTo>
                  <a:pt x="490080" y="41554"/>
                </a:lnTo>
                <a:lnTo>
                  <a:pt x="480250" y="21971"/>
                </a:lnTo>
                <a:lnTo>
                  <a:pt x="462356" y="6362"/>
                </a:lnTo>
                <a:lnTo>
                  <a:pt x="435902" y="0"/>
                </a:lnTo>
                <a:lnTo>
                  <a:pt x="95313" y="88"/>
                </a:lnTo>
                <a:lnTo>
                  <a:pt x="48907" y="17399"/>
                </a:lnTo>
                <a:lnTo>
                  <a:pt x="31470" y="54724"/>
                </a:lnTo>
                <a:lnTo>
                  <a:pt x="0" y="415531"/>
                </a:lnTo>
                <a:lnTo>
                  <a:pt x="2159" y="438353"/>
                </a:lnTo>
                <a:lnTo>
                  <a:pt x="12611" y="459079"/>
                </a:lnTo>
                <a:lnTo>
                  <a:pt x="30746" y="474141"/>
                </a:lnTo>
                <a:lnTo>
                  <a:pt x="55918" y="479958"/>
                </a:lnTo>
                <a:lnTo>
                  <a:pt x="394449" y="479958"/>
                </a:lnTo>
                <a:lnTo>
                  <a:pt x="442937" y="463499"/>
                </a:lnTo>
                <a:lnTo>
                  <a:pt x="460603" y="419544"/>
                </a:lnTo>
                <a:lnTo>
                  <a:pt x="474027" y="264807"/>
                </a:lnTo>
                <a:lnTo>
                  <a:pt x="269379" y="264807"/>
                </a:lnTo>
                <a:lnTo>
                  <a:pt x="260527" y="367385"/>
                </a:lnTo>
                <a:lnTo>
                  <a:pt x="208749" y="367385"/>
                </a:lnTo>
                <a:lnTo>
                  <a:pt x="231114" y="112636"/>
                </a:lnTo>
                <a:lnTo>
                  <a:pt x="282841" y="112636"/>
                </a:lnTo>
                <a:lnTo>
                  <a:pt x="274637" y="207949"/>
                </a:lnTo>
                <a:lnTo>
                  <a:pt x="479259" y="207949"/>
                </a:lnTo>
                <a:lnTo>
                  <a:pt x="492340" y="59855"/>
                </a:lnTo>
                <a:close/>
              </a:path>
              <a:path w="2543810" h="480059">
                <a:moveTo>
                  <a:pt x="1010373" y="12"/>
                </a:moveTo>
                <a:lnTo>
                  <a:pt x="849680" y="76"/>
                </a:lnTo>
                <a:lnTo>
                  <a:pt x="811034" y="15036"/>
                </a:lnTo>
                <a:lnTo>
                  <a:pt x="781558" y="82486"/>
                </a:lnTo>
                <a:lnTo>
                  <a:pt x="728230" y="248653"/>
                </a:lnTo>
                <a:lnTo>
                  <a:pt x="754697" y="76"/>
                </a:lnTo>
                <a:lnTo>
                  <a:pt x="550189" y="12"/>
                </a:lnTo>
                <a:lnTo>
                  <a:pt x="507301" y="479971"/>
                </a:lnTo>
                <a:lnTo>
                  <a:pt x="661504" y="479971"/>
                </a:lnTo>
                <a:lnTo>
                  <a:pt x="702779" y="466801"/>
                </a:lnTo>
                <a:lnTo>
                  <a:pt x="784326" y="262547"/>
                </a:lnTo>
                <a:lnTo>
                  <a:pt x="763485" y="479971"/>
                </a:lnTo>
                <a:lnTo>
                  <a:pt x="968197" y="479971"/>
                </a:lnTo>
                <a:lnTo>
                  <a:pt x="1010373" y="12"/>
                </a:lnTo>
                <a:close/>
              </a:path>
              <a:path w="2543810" h="480059">
                <a:moveTo>
                  <a:pt x="1523453" y="12"/>
                </a:moveTo>
                <a:lnTo>
                  <a:pt x="1062482" y="12"/>
                </a:lnTo>
                <a:lnTo>
                  <a:pt x="1020483" y="479933"/>
                </a:lnTo>
                <a:lnTo>
                  <a:pt x="1097330" y="479933"/>
                </a:lnTo>
                <a:lnTo>
                  <a:pt x="1428851" y="479933"/>
                </a:lnTo>
                <a:lnTo>
                  <a:pt x="1466037" y="467245"/>
                </a:lnTo>
                <a:lnTo>
                  <a:pt x="1486547" y="424459"/>
                </a:lnTo>
                <a:lnTo>
                  <a:pt x="1490522" y="380187"/>
                </a:lnTo>
                <a:lnTo>
                  <a:pt x="1501101" y="261073"/>
                </a:lnTo>
                <a:lnTo>
                  <a:pt x="1504251" y="225780"/>
                </a:lnTo>
                <a:lnTo>
                  <a:pt x="1501863" y="201091"/>
                </a:lnTo>
                <a:lnTo>
                  <a:pt x="1490484" y="180530"/>
                </a:lnTo>
                <a:lnTo>
                  <a:pt x="1470469" y="166471"/>
                </a:lnTo>
                <a:lnTo>
                  <a:pt x="1442186" y="161251"/>
                </a:lnTo>
                <a:lnTo>
                  <a:pt x="1296492" y="161251"/>
                </a:lnTo>
                <a:lnTo>
                  <a:pt x="1296492" y="261073"/>
                </a:lnTo>
                <a:lnTo>
                  <a:pt x="1286065" y="380187"/>
                </a:lnTo>
                <a:lnTo>
                  <a:pt x="1233766" y="380187"/>
                </a:lnTo>
                <a:lnTo>
                  <a:pt x="1244206" y="261073"/>
                </a:lnTo>
                <a:lnTo>
                  <a:pt x="1296492" y="261073"/>
                </a:lnTo>
                <a:lnTo>
                  <a:pt x="1296492" y="161251"/>
                </a:lnTo>
                <a:lnTo>
                  <a:pt x="1252982" y="161251"/>
                </a:lnTo>
                <a:lnTo>
                  <a:pt x="1257236" y="112572"/>
                </a:lnTo>
                <a:lnTo>
                  <a:pt x="1513522" y="112572"/>
                </a:lnTo>
                <a:lnTo>
                  <a:pt x="1523453" y="12"/>
                </a:lnTo>
                <a:close/>
              </a:path>
              <a:path w="2543810" h="480059">
                <a:moveTo>
                  <a:pt x="2036267" y="88"/>
                </a:moveTo>
                <a:lnTo>
                  <a:pt x="1831632" y="88"/>
                </a:lnTo>
                <a:lnTo>
                  <a:pt x="1812505" y="218897"/>
                </a:lnTo>
                <a:lnTo>
                  <a:pt x="1760639" y="218897"/>
                </a:lnTo>
                <a:lnTo>
                  <a:pt x="1779828" y="88"/>
                </a:lnTo>
                <a:lnTo>
                  <a:pt x="1575155" y="88"/>
                </a:lnTo>
                <a:lnTo>
                  <a:pt x="1553514" y="254165"/>
                </a:lnTo>
                <a:lnTo>
                  <a:pt x="1555115" y="275501"/>
                </a:lnTo>
                <a:lnTo>
                  <a:pt x="1564513" y="296456"/>
                </a:lnTo>
                <a:lnTo>
                  <a:pt x="1582889" y="312407"/>
                </a:lnTo>
                <a:lnTo>
                  <a:pt x="1611426" y="318757"/>
                </a:lnTo>
                <a:lnTo>
                  <a:pt x="1803717" y="318757"/>
                </a:lnTo>
                <a:lnTo>
                  <a:pt x="1799539" y="367449"/>
                </a:lnTo>
                <a:lnTo>
                  <a:pt x="1543507" y="367449"/>
                </a:lnTo>
                <a:lnTo>
                  <a:pt x="1533652" y="479996"/>
                </a:lnTo>
                <a:lnTo>
                  <a:pt x="1940902" y="479996"/>
                </a:lnTo>
                <a:lnTo>
                  <a:pt x="1961070" y="476580"/>
                </a:lnTo>
                <a:lnTo>
                  <a:pt x="1978825" y="466178"/>
                </a:lnTo>
                <a:lnTo>
                  <a:pt x="1992083" y="448564"/>
                </a:lnTo>
                <a:lnTo>
                  <a:pt x="1998764" y="423519"/>
                </a:lnTo>
                <a:lnTo>
                  <a:pt x="2036267" y="88"/>
                </a:lnTo>
                <a:close/>
              </a:path>
              <a:path w="2543810" h="480059">
                <a:moveTo>
                  <a:pt x="2543302" y="58407"/>
                </a:moveTo>
                <a:lnTo>
                  <a:pt x="2539733" y="34328"/>
                </a:lnTo>
                <a:lnTo>
                  <a:pt x="2526919" y="15951"/>
                </a:lnTo>
                <a:lnTo>
                  <a:pt x="2507081" y="4216"/>
                </a:lnTo>
                <a:lnTo>
                  <a:pt x="2482481" y="88"/>
                </a:lnTo>
                <a:lnTo>
                  <a:pt x="2333866" y="88"/>
                </a:lnTo>
                <a:lnTo>
                  <a:pt x="2333866" y="112674"/>
                </a:lnTo>
                <a:lnTo>
                  <a:pt x="2323414" y="231686"/>
                </a:lnTo>
                <a:lnTo>
                  <a:pt x="2272220" y="231686"/>
                </a:lnTo>
                <a:lnTo>
                  <a:pt x="2282596" y="112674"/>
                </a:lnTo>
                <a:lnTo>
                  <a:pt x="2333866" y="112674"/>
                </a:lnTo>
                <a:lnTo>
                  <a:pt x="2333866" y="88"/>
                </a:lnTo>
                <a:lnTo>
                  <a:pt x="2087803" y="88"/>
                </a:lnTo>
                <a:lnTo>
                  <a:pt x="2045843" y="479958"/>
                </a:lnTo>
                <a:lnTo>
                  <a:pt x="2250465" y="479958"/>
                </a:lnTo>
                <a:lnTo>
                  <a:pt x="2263394" y="331431"/>
                </a:lnTo>
                <a:lnTo>
                  <a:pt x="2336698" y="331431"/>
                </a:lnTo>
                <a:lnTo>
                  <a:pt x="2323046" y="331508"/>
                </a:lnTo>
                <a:lnTo>
                  <a:pt x="2462263" y="331508"/>
                </a:lnTo>
                <a:lnTo>
                  <a:pt x="2505151" y="317373"/>
                </a:lnTo>
                <a:lnTo>
                  <a:pt x="2524518" y="272376"/>
                </a:lnTo>
                <a:lnTo>
                  <a:pt x="2528163" y="231686"/>
                </a:lnTo>
                <a:lnTo>
                  <a:pt x="2534031" y="165468"/>
                </a:lnTo>
                <a:lnTo>
                  <a:pt x="2538653" y="112674"/>
                </a:lnTo>
                <a:lnTo>
                  <a:pt x="2540089" y="96405"/>
                </a:lnTo>
                <a:lnTo>
                  <a:pt x="2543302" y="5840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7" name="Рисунок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764802" y="3430800"/>
            <a:ext cx="3427199" cy="34272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Пиктограмма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921502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3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4" name="Слайд think-cell" r:id="rId4" imgW="270" imgH="270" progId="TCLayout.ActiveDocument.1">
                  <p:embed/>
                </p:oleObj>
              </mc:Choice>
              <mc:Fallback>
                <p:oleObj name="Слайд think-cell" r:id="rId4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 bwMode="auto">
          <a:xfrm>
            <a:off x="0" y="0"/>
            <a:ext cx="8764797" cy="685920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6000" tIns="48000" rIns="96000" bIns="48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8764800" y="0"/>
            <a:ext cx="3427200" cy="34272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47431" y="2243904"/>
            <a:ext cx="7869936" cy="2274909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>
                <a:ln>
                  <a:noFill/>
                </a:ln>
                <a:solidFill>
                  <a:srgbClr val="FFFFFF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8" y="5325050"/>
            <a:ext cx="7822353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ru-RU" sz="1600" b="0" baseline="0" dirty="0">
                <a:solidFill>
                  <a:srgbClr val="FFFFFF"/>
                </a:solidFill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 smtClean="0"/>
              <a:t>Имя Фамилия</a:t>
            </a:r>
            <a:br>
              <a:rPr lang="ru-RU" dirty="0" smtClean="0"/>
            </a:br>
            <a:r>
              <a:rPr lang="ru-RU" dirty="0" smtClean="0"/>
              <a:t>Должность</a:t>
            </a:r>
            <a:br>
              <a:rPr lang="ru-RU" dirty="0" smtClean="0"/>
            </a:br>
            <a:r>
              <a:rPr lang="ru-RU" dirty="0" smtClean="0"/>
              <a:t>Компания / функция / направление</a:t>
            </a:r>
            <a:endParaRPr lang="ru-RU" dirty="0"/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8" y="6202236"/>
            <a:ext cx="7822353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rgbClr val="FFFFFF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Название мероприятия</a:t>
            </a:r>
            <a:br>
              <a:rPr lang="ru-RU" dirty="0" smtClean="0"/>
            </a:br>
            <a:r>
              <a:rPr lang="ru-RU" dirty="0" smtClean="0"/>
              <a:t>Дата проведения</a:t>
            </a:r>
          </a:p>
          <a:p>
            <a:pPr lvl="0"/>
            <a:endParaRPr lang="ru-RU" dirty="0"/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4548537"/>
            <a:ext cx="7839000" cy="647700"/>
          </a:xfrm>
        </p:spPr>
        <p:txBody>
          <a:bodyPr/>
          <a:lstStyle>
            <a:lvl1pPr>
              <a:defRPr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7" name="Группа 36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9" name="Прямая соединительная линия 38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" name="Группа 39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1" name="Прямоугольник 40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4" name="object 2"/>
          <p:cNvSpPr txBox="1">
            <a:spLocks/>
          </p:cNvSpPr>
          <p:nvPr/>
        </p:nvSpPr>
        <p:spPr>
          <a:xfrm>
            <a:off x="2620384" y="569773"/>
            <a:ext cx="2064000" cy="216256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ru-RU" sz="2000" b="1" smtClean="0">
                <a:solidFill>
                  <a:srgbClr val="008C95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5pPr>
            <a:lvl6pPr marL="389509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779021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168531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558042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7701" defTabSz="1219170">
              <a:spcBef>
                <a:spcPts val="79"/>
              </a:spcBef>
            </a:pPr>
            <a:r>
              <a:rPr lang="ru-RU" sz="1576" kern="0" dirty="0" smtClean="0">
                <a:solidFill>
                  <a:srgbClr val="008B95"/>
                </a:solidFill>
                <a:latin typeface="+mn-lt"/>
                <a:cs typeface="Roboto"/>
              </a:rPr>
              <a:t>Партнеры</a:t>
            </a:r>
            <a:r>
              <a:rPr lang="ru-RU" sz="1576" kern="0" spc="9" dirty="0" smtClean="0">
                <a:solidFill>
                  <a:srgbClr val="008B95"/>
                </a:solidFill>
                <a:latin typeface="+mn-lt"/>
                <a:cs typeface="Roboto"/>
              </a:rPr>
              <a:t> </a:t>
            </a:r>
            <a:r>
              <a:rPr lang="ru-RU" sz="1576" kern="0" dirty="0" smtClean="0">
                <a:solidFill>
                  <a:srgbClr val="008B95"/>
                </a:solidFill>
                <a:latin typeface="+mn-lt"/>
                <a:cs typeface="Roboto"/>
              </a:rPr>
              <a:t>для</a:t>
            </a:r>
            <a:r>
              <a:rPr lang="ru-RU" sz="1576" kern="0" spc="12" dirty="0" smtClean="0">
                <a:solidFill>
                  <a:srgbClr val="008B95"/>
                </a:solidFill>
                <a:latin typeface="+mn-lt"/>
                <a:cs typeface="Roboto"/>
              </a:rPr>
              <a:t> </a:t>
            </a:r>
            <a:r>
              <a:rPr lang="ru-RU" sz="1576" kern="0" spc="-7" dirty="0" smtClean="0">
                <a:solidFill>
                  <a:srgbClr val="008B95"/>
                </a:solidFill>
                <a:latin typeface="+mn-lt"/>
                <a:cs typeface="Roboto"/>
              </a:rPr>
              <a:t>роста</a:t>
            </a:r>
            <a:endParaRPr lang="ru-RU" sz="1576" kern="0" dirty="0">
              <a:latin typeface="+mn-lt"/>
              <a:cs typeface="Roboto"/>
            </a:endParaRPr>
          </a:p>
        </p:txBody>
      </p:sp>
      <p:sp>
        <p:nvSpPr>
          <p:cNvPr id="65" name="object 3"/>
          <p:cNvSpPr/>
          <p:nvPr/>
        </p:nvSpPr>
        <p:spPr>
          <a:xfrm>
            <a:off x="478368" y="489421"/>
            <a:ext cx="1542569" cy="291108"/>
          </a:xfrm>
          <a:custGeom>
            <a:avLst/>
            <a:gdLst/>
            <a:ahLst/>
            <a:cxnLst/>
            <a:rect l="l" t="t" r="r" b="b"/>
            <a:pathLst>
              <a:path w="2543810" h="480059">
                <a:moveTo>
                  <a:pt x="492340" y="59855"/>
                </a:moveTo>
                <a:lnTo>
                  <a:pt x="490080" y="41554"/>
                </a:lnTo>
                <a:lnTo>
                  <a:pt x="480250" y="21971"/>
                </a:lnTo>
                <a:lnTo>
                  <a:pt x="462356" y="6362"/>
                </a:lnTo>
                <a:lnTo>
                  <a:pt x="435902" y="0"/>
                </a:lnTo>
                <a:lnTo>
                  <a:pt x="95313" y="88"/>
                </a:lnTo>
                <a:lnTo>
                  <a:pt x="48907" y="17399"/>
                </a:lnTo>
                <a:lnTo>
                  <a:pt x="31470" y="54724"/>
                </a:lnTo>
                <a:lnTo>
                  <a:pt x="0" y="415531"/>
                </a:lnTo>
                <a:lnTo>
                  <a:pt x="2159" y="438353"/>
                </a:lnTo>
                <a:lnTo>
                  <a:pt x="12611" y="459079"/>
                </a:lnTo>
                <a:lnTo>
                  <a:pt x="30746" y="474141"/>
                </a:lnTo>
                <a:lnTo>
                  <a:pt x="55918" y="479958"/>
                </a:lnTo>
                <a:lnTo>
                  <a:pt x="394449" y="479958"/>
                </a:lnTo>
                <a:lnTo>
                  <a:pt x="442937" y="463499"/>
                </a:lnTo>
                <a:lnTo>
                  <a:pt x="460603" y="419544"/>
                </a:lnTo>
                <a:lnTo>
                  <a:pt x="474027" y="264807"/>
                </a:lnTo>
                <a:lnTo>
                  <a:pt x="269379" y="264807"/>
                </a:lnTo>
                <a:lnTo>
                  <a:pt x="260527" y="367385"/>
                </a:lnTo>
                <a:lnTo>
                  <a:pt x="208749" y="367385"/>
                </a:lnTo>
                <a:lnTo>
                  <a:pt x="231114" y="112636"/>
                </a:lnTo>
                <a:lnTo>
                  <a:pt x="282841" y="112636"/>
                </a:lnTo>
                <a:lnTo>
                  <a:pt x="274637" y="207949"/>
                </a:lnTo>
                <a:lnTo>
                  <a:pt x="479259" y="207949"/>
                </a:lnTo>
                <a:lnTo>
                  <a:pt x="492340" y="59855"/>
                </a:lnTo>
                <a:close/>
              </a:path>
              <a:path w="2543810" h="480059">
                <a:moveTo>
                  <a:pt x="1010373" y="12"/>
                </a:moveTo>
                <a:lnTo>
                  <a:pt x="849680" y="76"/>
                </a:lnTo>
                <a:lnTo>
                  <a:pt x="811034" y="15036"/>
                </a:lnTo>
                <a:lnTo>
                  <a:pt x="781558" y="82486"/>
                </a:lnTo>
                <a:lnTo>
                  <a:pt x="728230" y="248653"/>
                </a:lnTo>
                <a:lnTo>
                  <a:pt x="754697" y="76"/>
                </a:lnTo>
                <a:lnTo>
                  <a:pt x="550189" y="12"/>
                </a:lnTo>
                <a:lnTo>
                  <a:pt x="507301" y="479971"/>
                </a:lnTo>
                <a:lnTo>
                  <a:pt x="661504" y="479971"/>
                </a:lnTo>
                <a:lnTo>
                  <a:pt x="702779" y="466801"/>
                </a:lnTo>
                <a:lnTo>
                  <a:pt x="784326" y="262547"/>
                </a:lnTo>
                <a:lnTo>
                  <a:pt x="763485" y="479971"/>
                </a:lnTo>
                <a:lnTo>
                  <a:pt x="968197" y="479971"/>
                </a:lnTo>
                <a:lnTo>
                  <a:pt x="1010373" y="12"/>
                </a:lnTo>
                <a:close/>
              </a:path>
              <a:path w="2543810" h="480059">
                <a:moveTo>
                  <a:pt x="1523453" y="12"/>
                </a:moveTo>
                <a:lnTo>
                  <a:pt x="1062482" y="12"/>
                </a:lnTo>
                <a:lnTo>
                  <a:pt x="1020483" y="479933"/>
                </a:lnTo>
                <a:lnTo>
                  <a:pt x="1097330" y="479933"/>
                </a:lnTo>
                <a:lnTo>
                  <a:pt x="1428851" y="479933"/>
                </a:lnTo>
                <a:lnTo>
                  <a:pt x="1466037" y="467245"/>
                </a:lnTo>
                <a:lnTo>
                  <a:pt x="1486547" y="424459"/>
                </a:lnTo>
                <a:lnTo>
                  <a:pt x="1490522" y="380187"/>
                </a:lnTo>
                <a:lnTo>
                  <a:pt x="1501101" y="261073"/>
                </a:lnTo>
                <a:lnTo>
                  <a:pt x="1504251" y="225780"/>
                </a:lnTo>
                <a:lnTo>
                  <a:pt x="1501863" y="201091"/>
                </a:lnTo>
                <a:lnTo>
                  <a:pt x="1490484" y="180530"/>
                </a:lnTo>
                <a:lnTo>
                  <a:pt x="1470469" y="166471"/>
                </a:lnTo>
                <a:lnTo>
                  <a:pt x="1442186" y="161251"/>
                </a:lnTo>
                <a:lnTo>
                  <a:pt x="1296492" y="161251"/>
                </a:lnTo>
                <a:lnTo>
                  <a:pt x="1296492" y="261073"/>
                </a:lnTo>
                <a:lnTo>
                  <a:pt x="1286065" y="380187"/>
                </a:lnTo>
                <a:lnTo>
                  <a:pt x="1233766" y="380187"/>
                </a:lnTo>
                <a:lnTo>
                  <a:pt x="1244206" y="261073"/>
                </a:lnTo>
                <a:lnTo>
                  <a:pt x="1296492" y="261073"/>
                </a:lnTo>
                <a:lnTo>
                  <a:pt x="1296492" y="161251"/>
                </a:lnTo>
                <a:lnTo>
                  <a:pt x="1252982" y="161251"/>
                </a:lnTo>
                <a:lnTo>
                  <a:pt x="1257236" y="112572"/>
                </a:lnTo>
                <a:lnTo>
                  <a:pt x="1513522" y="112572"/>
                </a:lnTo>
                <a:lnTo>
                  <a:pt x="1523453" y="12"/>
                </a:lnTo>
                <a:close/>
              </a:path>
              <a:path w="2543810" h="480059">
                <a:moveTo>
                  <a:pt x="2036267" y="88"/>
                </a:moveTo>
                <a:lnTo>
                  <a:pt x="1831632" y="88"/>
                </a:lnTo>
                <a:lnTo>
                  <a:pt x="1812505" y="218897"/>
                </a:lnTo>
                <a:lnTo>
                  <a:pt x="1760639" y="218897"/>
                </a:lnTo>
                <a:lnTo>
                  <a:pt x="1779828" y="88"/>
                </a:lnTo>
                <a:lnTo>
                  <a:pt x="1575155" y="88"/>
                </a:lnTo>
                <a:lnTo>
                  <a:pt x="1553514" y="254165"/>
                </a:lnTo>
                <a:lnTo>
                  <a:pt x="1555115" y="275501"/>
                </a:lnTo>
                <a:lnTo>
                  <a:pt x="1564513" y="296456"/>
                </a:lnTo>
                <a:lnTo>
                  <a:pt x="1582889" y="312407"/>
                </a:lnTo>
                <a:lnTo>
                  <a:pt x="1611426" y="318757"/>
                </a:lnTo>
                <a:lnTo>
                  <a:pt x="1803717" y="318757"/>
                </a:lnTo>
                <a:lnTo>
                  <a:pt x="1799539" y="367449"/>
                </a:lnTo>
                <a:lnTo>
                  <a:pt x="1543507" y="367449"/>
                </a:lnTo>
                <a:lnTo>
                  <a:pt x="1533652" y="479996"/>
                </a:lnTo>
                <a:lnTo>
                  <a:pt x="1940902" y="479996"/>
                </a:lnTo>
                <a:lnTo>
                  <a:pt x="1961070" y="476580"/>
                </a:lnTo>
                <a:lnTo>
                  <a:pt x="1978825" y="466178"/>
                </a:lnTo>
                <a:lnTo>
                  <a:pt x="1992083" y="448564"/>
                </a:lnTo>
                <a:lnTo>
                  <a:pt x="1998764" y="423519"/>
                </a:lnTo>
                <a:lnTo>
                  <a:pt x="2036267" y="88"/>
                </a:lnTo>
                <a:close/>
              </a:path>
              <a:path w="2543810" h="480059">
                <a:moveTo>
                  <a:pt x="2543302" y="58407"/>
                </a:moveTo>
                <a:lnTo>
                  <a:pt x="2539733" y="34328"/>
                </a:lnTo>
                <a:lnTo>
                  <a:pt x="2526919" y="15951"/>
                </a:lnTo>
                <a:lnTo>
                  <a:pt x="2507081" y="4216"/>
                </a:lnTo>
                <a:lnTo>
                  <a:pt x="2482481" y="88"/>
                </a:lnTo>
                <a:lnTo>
                  <a:pt x="2333866" y="88"/>
                </a:lnTo>
                <a:lnTo>
                  <a:pt x="2333866" y="112674"/>
                </a:lnTo>
                <a:lnTo>
                  <a:pt x="2323414" y="231686"/>
                </a:lnTo>
                <a:lnTo>
                  <a:pt x="2272220" y="231686"/>
                </a:lnTo>
                <a:lnTo>
                  <a:pt x="2282596" y="112674"/>
                </a:lnTo>
                <a:lnTo>
                  <a:pt x="2333866" y="112674"/>
                </a:lnTo>
                <a:lnTo>
                  <a:pt x="2333866" y="88"/>
                </a:lnTo>
                <a:lnTo>
                  <a:pt x="2087803" y="88"/>
                </a:lnTo>
                <a:lnTo>
                  <a:pt x="2045843" y="479958"/>
                </a:lnTo>
                <a:lnTo>
                  <a:pt x="2250465" y="479958"/>
                </a:lnTo>
                <a:lnTo>
                  <a:pt x="2263394" y="331431"/>
                </a:lnTo>
                <a:lnTo>
                  <a:pt x="2336698" y="331431"/>
                </a:lnTo>
                <a:lnTo>
                  <a:pt x="2323046" y="331508"/>
                </a:lnTo>
                <a:lnTo>
                  <a:pt x="2462263" y="331508"/>
                </a:lnTo>
                <a:lnTo>
                  <a:pt x="2505151" y="317373"/>
                </a:lnTo>
                <a:lnTo>
                  <a:pt x="2524518" y="272376"/>
                </a:lnTo>
                <a:lnTo>
                  <a:pt x="2528163" y="231686"/>
                </a:lnTo>
                <a:lnTo>
                  <a:pt x="2534031" y="165468"/>
                </a:lnTo>
                <a:lnTo>
                  <a:pt x="2538653" y="112674"/>
                </a:lnTo>
                <a:lnTo>
                  <a:pt x="2540089" y="96405"/>
                </a:lnTo>
                <a:lnTo>
                  <a:pt x="2543302" y="58407"/>
                </a:lnTo>
                <a:close/>
              </a:path>
            </a:pathLst>
          </a:custGeom>
          <a:solidFill>
            <a:srgbClr val="008C95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Рисунок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764802" y="3430800"/>
            <a:ext cx="3427199" cy="34272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Пиктограмма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873212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3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8" name="Слайд think-cell" r:id="rId4" imgW="270" imgH="270" progId="TCLayout.ActiveDocument.1">
                  <p:embed/>
                </p:oleObj>
              </mc:Choice>
              <mc:Fallback>
                <p:oleObj name="Слайд think-cell" r:id="rId4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55872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8372057" y="5586000"/>
            <a:ext cx="1272000" cy="1272000"/>
          </a:xfrm>
        </p:spPr>
        <p:txBody>
          <a:bodyPr/>
          <a:lstStyle>
            <a:lvl1pPr>
              <a:defRPr sz="1600"/>
            </a:lvl1pPr>
          </a:lstStyle>
          <a:p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47431" y="416502"/>
            <a:ext cx="7869936" cy="2274909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>
                <a:ln>
                  <a:noFill/>
                </a:ln>
                <a:solidFill>
                  <a:schemeClr val="tx2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8" y="4070578"/>
            <a:ext cx="7822353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ru-RU" sz="1600" b="0" baseline="0" dirty="0">
                <a:solidFill>
                  <a:schemeClr val="tx2"/>
                </a:solidFill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 smtClean="0"/>
              <a:t>Имя Фамилия</a:t>
            </a:r>
            <a:br>
              <a:rPr lang="ru-RU" dirty="0" smtClean="0"/>
            </a:br>
            <a:r>
              <a:rPr lang="ru-RU" dirty="0" smtClean="0"/>
              <a:t>Должность</a:t>
            </a:r>
            <a:br>
              <a:rPr lang="ru-RU" dirty="0" smtClean="0"/>
            </a:br>
            <a:r>
              <a:rPr lang="ru-RU" dirty="0" smtClean="0"/>
              <a:t>Компания / функция / направление</a:t>
            </a:r>
            <a:endParaRPr lang="ru-RU" dirty="0"/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8" y="4947764"/>
            <a:ext cx="7822353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Название мероприятия</a:t>
            </a:r>
            <a:br>
              <a:rPr lang="ru-RU" dirty="0" smtClean="0"/>
            </a:br>
            <a:r>
              <a:rPr lang="ru-RU" dirty="0" smtClean="0"/>
              <a:t>Дата проведения</a:t>
            </a:r>
          </a:p>
          <a:p>
            <a:pPr lvl="0"/>
            <a:endParaRPr lang="ru-RU" dirty="0"/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3294065"/>
            <a:ext cx="7839000" cy="647700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7" name="Группа 36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9" name="Прямая соединительная линия 38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" name="Группа 39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1" name="Прямоугольник 40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" name="Рисунок 3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9646028" y="5586000"/>
            <a:ext cx="1272000" cy="1272000"/>
          </a:xfrm>
        </p:spPr>
        <p:txBody>
          <a:bodyPr/>
          <a:lstStyle>
            <a:lvl1pPr>
              <a:defRPr sz="1600"/>
            </a:lvl1pPr>
          </a:lstStyle>
          <a:p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7" name="Рисунок 6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0920000" y="5586000"/>
            <a:ext cx="1272000" cy="1272000"/>
          </a:xfrm>
        </p:spPr>
        <p:txBody>
          <a:bodyPr/>
          <a:lstStyle>
            <a:lvl1pPr>
              <a:defRPr sz="1600"/>
            </a:lvl1pPr>
          </a:lstStyle>
          <a:p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64" name="object 12"/>
          <p:cNvSpPr/>
          <p:nvPr/>
        </p:nvSpPr>
        <p:spPr>
          <a:xfrm>
            <a:off x="635584" y="6047405"/>
            <a:ext cx="1837528" cy="346943"/>
          </a:xfrm>
          <a:custGeom>
            <a:avLst/>
            <a:gdLst/>
            <a:ahLst/>
            <a:cxnLst/>
            <a:rect l="l" t="t" r="r" b="b"/>
            <a:pathLst>
              <a:path w="3030220" h="572134">
                <a:moveTo>
                  <a:pt x="586587" y="71323"/>
                </a:moveTo>
                <a:lnTo>
                  <a:pt x="583882" y="49517"/>
                </a:lnTo>
                <a:lnTo>
                  <a:pt x="572173" y="26187"/>
                </a:lnTo>
                <a:lnTo>
                  <a:pt x="550849" y="7594"/>
                </a:lnTo>
                <a:lnTo>
                  <a:pt x="519328" y="0"/>
                </a:lnTo>
                <a:lnTo>
                  <a:pt x="113550" y="101"/>
                </a:lnTo>
                <a:lnTo>
                  <a:pt x="58267" y="20739"/>
                </a:lnTo>
                <a:lnTo>
                  <a:pt x="37490" y="65227"/>
                </a:lnTo>
                <a:lnTo>
                  <a:pt x="0" y="495071"/>
                </a:lnTo>
                <a:lnTo>
                  <a:pt x="2565" y="522262"/>
                </a:lnTo>
                <a:lnTo>
                  <a:pt x="15036" y="546963"/>
                </a:lnTo>
                <a:lnTo>
                  <a:pt x="36626" y="564908"/>
                </a:lnTo>
                <a:lnTo>
                  <a:pt x="66624" y="571842"/>
                </a:lnTo>
                <a:lnTo>
                  <a:pt x="469963" y="571842"/>
                </a:lnTo>
                <a:lnTo>
                  <a:pt x="527723" y="552221"/>
                </a:lnTo>
                <a:lnTo>
                  <a:pt x="548779" y="499859"/>
                </a:lnTo>
                <a:lnTo>
                  <a:pt x="552424" y="459994"/>
                </a:lnTo>
                <a:lnTo>
                  <a:pt x="564769" y="315506"/>
                </a:lnTo>
                <a:lnTo>
                  <a:pt x="320941" y="315506"/>
                </a:lnTo>
                <a:lnTo>
                  <a:pt x="310400" y="437730"/>
                </a:lnTo>
                <a:lnTo>
                  <a:pt x="248704" y="437730"/>
                </a:lnTo>
                <a:lnTo>
                  <a:pt x="275361" y="134200"/>
                </a:lnTo>
                <a:lnTo>
                  <a:pt x="336981" y="134200"/>
                </a:lnTo>
                <a:lnTo>
                  <a:pt x="327215" y="247764"/>
                </a:lnTo>
                <a:lnTo>
                  <a:pt x="570992" y="247764"/>
                </a:lnTo>
                <a:lnTo>
                  <a:pt x="586587" y="71323"/>
                </a:lnTo>
                <a:close/>
              </a:path>
              <a:path w="3030220" h="572134">
                <a:moveTo>
                  <a:pt x="1203756" y="12"/>
                </a:moveTo>
                <a:lnTo>
                  <a:pt x="1012317" y="114"/>
                </a:lnTo>
                <a:lnTo>
                  <a:pt x="966266" y="17932"/>
                </a:lnTo>
                <a:lnTo>
                  <a:pt x="931164" y="98285"/>
                </a:lnTo>
                <a:lnTo>
                  <a:pt x="867625" y="296252"/>
                </a:lnTo>
                <a:lnTo>
                  <a:pt x="899160" y="114"/>
                </a:lnTo>
                <a:lnTo>
                  <a:pt x="655510" y="12"/>
                </a:lnTo>
                <a:lnTo>
                  <a:pt x="604405" y="571855"/>
                </a:lnTo>
                <a:lnTo>
                  <a:pt x="788123" y="571855"/>
                </a:lnTo>
                <a:lnTo>
                  <a:pt x="837285" y="556158"/>
                </a:lnTo>
                <a:lnTo>
                  <a:pt x="934453" y="312801"/>
                </a:lnTo>
                <a:lnTo>
                  <a:pt x="909624" y="571855"/>
                </a:lnTo>
                <a:lnTo>
                  <a:pt x="1153515" y="571855"/>
                </a:lnTo>
                <a:lnTo>
                  <a:pt x="1203756" y="12"/>
                </a:lnTo>
                <a:close/>
              </a:path>
              <a:path w="3030220" h="572134">
                <a:moveTo>
                  <a:pt x="1815058" y="25"/>
                </a:moveTo>
                <a:lnTo>
                  <a:pt x="1265847" y="25"/>
                </a:lnTo>
                <a:lnTo>
                  <a:pt x="1215809" y="571792"/>
                </a:lnTo>
                <a:lnTo>
                  <a:pt x="1307376" y="571792"/>
                </a:lnTo>
                <a:lnTo>
                  <a:pt x="1702358" y="571792"/>
                </a:lnTo>
                <a:lnTo>
                  <a:pt x="1746643" y="556691"/>
                </a:lnTo>
                <a:lnTo>
                  <a:pt x="1771091" y="505726"/>
                </a:lnTo>
                <a:lnTo>
                  <a:pt x="1775828" y="452970"/>
                </a:lnTo>
                <a:lnTo>
                  <a:pt x="1788426" y="311061"/>
                </a:lnTo>
                <a:lnTo>
                  <a:pt x="1792185" y="268998"/>
                </a:lnTo>
                <a:lnTo>
                  <a:pt x="1789341" y="239585"/>
                </a:lnTo>
                <a:lnTo>
                  <a:pt x="1775777" y="215087"/>
                </a:lnTo>
                <a:lnTo>
                  <a:pt x="1751926" y="198335"/>
                </a:lnTo>
                <a:lnTo>
                  <a:pt x="1718233" y="192125"/>
                </a:lnTo>
                <a:lnTo>
                  <a:pt x="1544650" y="192125"/>
                </a:lnTo>
                <a:lnTo>
                  <a:pt x="1544650" y="311061"/>
                </a:lnTo>
                <a:lnTo>
                  <a:pt x="1532229" y="452970"/>
                </a:lnTo>
                <a:lnTo>
                  <a:pt x="1469923" y="452970"/>
                </a:lnTo>
                <a:lnTo>
                  <a:pt x="1482369" y="311061"/>
                </a:lnTo>
                <a:lnTo>
                  <a:pt x="1544650" y="311061"/>
                </a:lnTo>
                <a:lnTo>
                  <a:pt x="1544650" y="192125"/>
                </a:lnTo>
                <a:lnTo>
                  <a:pt x="1492821" y="192125"/>
                </a:lnTo>
                <a:lnTo>
                  <a:pt x="1497888" y="134137"/>
                </a:lnTo>
                <a:lnTo>
                  <a:pt x="1803234" y="134137"/>
                </a:lnTo>
                <a:lnTo>
                  <a:pt x="1815058" y="25"/>
                </a:lnTo>
                <a:close/>
              </a:path>
              <a:path w="3030220" h="572134">
                <a:moveTo>
                  <a:pt x="2426043" y="101"/>
                </a:moveTo>
                <a:lnTo>
                  <a:pt x="2182241" y="101"/>
                </a:lnTo>
                <a:lnTo>
                  <a:pt x="2159444" y="260807"/>
                </a:lnTo>
                <a:lnTo>
                  <a:pt x="2097646" y="260807"/>
                </a:lnTo>
                <a:lnTo>
                  <a:pt x="2120493" y="101"/>
                </a:lnTo>
                <a:lnTo>
                  <a:pt x="1876653" y="101"/>
                </a:lnTo>
                <a:lnTo>
                  <a:pt x="1850859" y="302818"/>
                </a:lnTo>
                <a:lnTo>
                  <a:pt x="1852777" y="328256"/>
                </a:lnTo>
                <a:lnTo>
                  <a:pt x="1863979" y="353225"/>
                </a:lnTo>
                <a:lnTo>
                  <a:pt x="1885873" y="372224"/>
                </a:lnTo>
                <a:lnTo>
                  <a:pt x="1919871" y="379780"/>
                </a:lnTo>
                <a:lnTo>
                  <a:pt x="2148954" y="379780"/>
                </a:lnTo>
                <a:lnTo>
                  <a:pt x="2144001" y="437794"/>
                </a:lnTo>
                <a:lnTo>
                  <a:pt x="1838960" y="437794"/>
                </a:lnTo>
                <a:lnTo>
                  <a:pt x="1827225" y="571881"/>
                </a:lnTo>
                <a:lnTo>
                  <a:pt x="2312416" y="571881"/>
                </a:lnTo>
                <a:lnTo>
                  <a:pt x="2336444" y="567817"/>
                </a:lnTo>
                <a:lnTo>
                  <a:pt x="2357602" y="555421"/>
                </a:lnTo>
                <a:lnTo>
                  <a:pt x="2373401" y="534428"/>
                </a:lnTo>
                <a:lnTo>
                  <a:pt x="2381351" y="504583"/>
                </a:lnTo>
                <a:lnTo>
                  <a:pt x="2426043" y="101"/>
                </a:lnTo>
                <a:close/>
              </a:path>
              <a:path w="3030220" h="572134">
                <a:moveTo>
                  <a:pt x="3030105" y="69596"/>
                </a:moveTo>
                <a:lnTo>
                  <a:pt x="3025876" y="40906"/>
                </a:lnTo>
                <a:lnTo>
                  <a:pt x="3010598" y="19011"/>
                </a:lnTo>
                <a:lnTo>
                  <a:pt x="2986963" y="5029"/>
                </a:lnTo>
                <a:lnTo>
                  <a:pt x="2957665" y="101"/>
                </a:lnTo>
                <a:lnTo>
                  <a:pt x="2780601" y="101"/>
                </a:lnTo>
                <a:lnTo>
                  <a:pt x="2780601" y="134239"/>
                </a:lnTo>
                <a:lnTo>
                  <a:pt x="2768155" y="276047"/>
                </a:lnTo>
                <a:lnTo>
                  <a:pt x="2707144" y="276047"/>
                </a:lnTo>
                <a:lnTo>
                  <a:pt x="2719527" y="134239"/>
                </a:lnTo>
                <a:lnTo>
                  <a:pt x="2780601" y="134239"/>
                </a:lnTo>
                <a:lnTo>
                  <a:pt x="2780601" y="101"/>
                </a:lnTo>
                <a:lnTo>
                  <a:pt x="2487434" y="101"/>
                </a:lnTo>
                <a:lnTo>
                  <a:pt x="2437447" y="571830"/>
                </a:lnTo>
                <a:lnTo>
                  <a:pt x="2681236" y="571830"/>
                </a:lnTo>
                <a:lnTo>
                  <a:pt x="2696641" y="394868"/>
                </a:lnTo>
                <a:lnTo>
                  <a:pt x="2783967" y="394868"/>
                </a:lnTo>
                <a:lnTo>
                  <a:pt x="2767698" y="394970"/>
                </a:lnTo>
                <a:lnTo>
                  <a:pt x="2933573" y="394970"/>
                </a:lnTo>
                <a:lnTo>
                  <a:pt x="2984665" y="378129"/>
                </a:lnTo>
                <a:lnTo>
                  <a:pt x="3007741" y="324523"/>
                </a:lnTo>
                <a:lnTo>
                  <a:pt x="3012071" y="276047"/>
                </a:lnTo>
                <a:lnTo>
                  <a:pt x="3015983" y="232117"/>
                </a:lnTo>
                <a:lnTo>
                  <a:pt x="3022142" y="162166"/>
                </a:lnTo>
                <a:lnTo>
                  <a:pt x="3024581" y="134239"/>
                </a:lnTo>
                <a:lnTo>
                  <a:pt x="3027426" y="101663"/>
                </a:lnTo>
                <a:lnTo>
                  <a:pt x="3030105" y="69596"/>
                </a:lnTo>
                <a:close/>
              </a:path>
            </a:pathLst>
          </a:custGeom>
          <a:solidFill>
            <a:srgbClr val="008C95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13"/>
          <p:cNvSpPr txBox="1"/>
          <p:nvPr/>
        </p:nvSpPr>
        <p:spPr>
          <a:xfrm>
            <a:off x="2988084" y="6162073"/>
            <a:ext cx="2366992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1">
              <a:lnSpc>
                <a:spcPts val="2231"/>
              </a:lnSpc>
            </a:pPr>
            <a:r>
              <a:rPr sz="1911" dirty="0">
                <a:solidFill>
                  <a:srgbClr val="008B95"/>
                </a:solidFill>
                <a:latin typeface="+mn-lt"/>
                <a:cs typeface="Roboto"/>
              </a:rPr>
              <a:t>Партнеры</a:t>
            </a:r>
            <a:r>
              <a:rPr sz="1911" spc="9" dirty="0">
                <a:solidFill>
                  <a:srgbClr val="008B95"/>
                </a:solidFill>
                <a:latin typeface="+mn-lt"/>
                <a:cs typeface="Roboto"/>
              </a:rPr>
              <a:t> </a:t>
            </a:r>
            <a:r>
              <a:rPr sz="1911" dirty="0">
                <a:solidFill>
                  <a:srgbClr val="008B95"/>
                </a:solidFill>
                <a:latin typeface="+mn-lt"/>
                <a:cs typeface="Roboto"/>
              </a:rPr>
              <a:t>для</a:t>
            </a:r>
            <a:r>
              <a:rPr sz="1911" spc="15" dirty="0">
                <a:solidFill>
                  <a:srgbClr val="008B95"/>
                </a:solidFill>
                <a:latin typeface="+mn-lt"/>
                <a:cs typeface="Roboto"/>
              </a:rPr>
              <a:t> </a:t>
            </a:r>
            <a:r>
              <a:rPr sz="1911" spc="-7" dirty="0">
                <a:solidFill>
                  <a:srgbClr val="008B95"/>
                </a:solidFill>
                <a:latin typeface="+mn-lt"/>
                <a:cs typeface="Roboto"/>
              </a:rPr>
              <a:t>роста</a:t>
            </a:r>
            <a:endParaRPr sz="1911" dirty="0">
              <a:latin typeface="+mn-lt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7403381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Обложка 3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21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2" name="Слайд think-cell" r:id="rId4" imgW="270" imgH="270" progId="TCLayout.ActiveDocument.1">
                  <p:embed/>
                </p:oleObj>
              </mc:Choice>
              <mc:Fallback>
                <p:oleObj name="Слайд think-cell" r:id="rId4" imgW="270" imgH="270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1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Рисунок 1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5587200"/>
          </a:xfrm>
          <a:solidFill>
            <a:schemeClr val="tx2"/>
          </a:solidFill>
        </p:spPr>
        <p:txBody>
          <a:bodyPr/>
          <a:lstStyle>
            <a:lvl1pPr>
              <a:defRPr/>
            </a:lvl1pPr>
          </a:lstStyle>
          <a:p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3" hasCustomPrompt="1"/>
          </p:nvPr>
        </p:nvSpPr>
        <p:spPr>
          <a:xfrm>
            <a:off x="8372057" y="5586000"/>
            <a:ext cx="1272000" cy="1272000"/>
          </a:xfrm>
        </p:spPr>
        <p:txBody>
          <a:bodyPr/>
          <a:lstStyle>
            <a:lvl1pPr>
              <a:defRPr sz="1600"/>
            </a:lvl1pPr>
          </a:lstStyle>
          <a:p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3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47431" y="416502"/>
            <a:ext cx="7869936" cy="2274909"/>
          </a:xfrm>
          <a:effectLst/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defRPr lang="ru-RU" sz="7200" b="0" i="0" u="none" cap="none" spc="0" baseline="0" dirty="0">
                <a:ln>
                  <a:noFill/>
                </a:ln>
                <a:solidFill>
                  <a:srgbClr val="FFFFFF"/>
                </a:solidFill>
                <a:effectLst/>
                <a:ea typeface="+mn-ea"/>
                <a:cs typeface="Arial"/>
              </a:defRPr>
            </a:lvl1pPr>
          </a:lstStyle>
          <a:p>
            <a:pPr lvl="0">
              <a:lnSpc>
                <a:spcPct val="85000"/>
              </a:lnSpc>
            </a:pP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35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8368" y="4070578"/>
            <a:ext cx="7822353" cy="748373"/>
          </a:xfrm>
          <a:prstGeom prst="rect">
            <a:avLst/>
          </a:prstGeom>
          <a:effectLst/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ru-RU" sz="1600" b="0" baseline="0" dirty="0">
                <a:solidFill>
                  <a:srgbClr val="FFFFFF"/>
                </a:solidFill>
                <a:effectLst/>
              </a:defRPr>
            </a:lvl1pPr>
          </a:lstStyle>
          <a:p>
            <a:pPr lvl="0">
              <a:spcAft>
                <a:spcPts val="0"/>
              </a:spcAft>
            </a:pPr>
            <a:r>
              <a:rPr lang="ru-RU" dirty="0" smtClean="0"/>
              <a:t>Имя Фамилия</a:t>
            </a:r>
            <a:br>
              <a:rPr lang="ru-RU" dirty="0" smtClean="0"/>
            </a:br>
            <a:r>
              <a:rPr lang="ru-RU" dirty="0" smtClean="0"/>
              <a:t>Должность</a:t>
            </a:r>
            <a:br>
              <a:rPr lang="ru-RU" dirty="0" smtClean="0"/>
            </a:br>
            <a:r>
              <a:rPr lang="ru-RU" dirty="0" smtClean="0"/>
              <a:t>Компания / функция / направление</a:t>
            </a:r>
            <a:endParaRPr lang="ru-RU" dirty="0"/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8368" y="4947764"/>
            <a:ext cx="7822353" cy="461080"/>
          </a:xfrm>
          <a:prstGeom prst="rect">
            <a:avLst/>
          </a:prstGeom>
          <a:effectLst/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333" baseline="0">
                <a:solidFill>
                  <a:srgbClr val="FFFFFF"/>
                </a:solidFill>
                <a:effectLst/>
              </a:defRPr>
            </a:lvl1pPr>
          </a:lstStyle>
          <a:p>
            <a:pPr lvl="0"/>
            <a:r>
              <a:rPr lang="ru-RU" dirty="0" smtClean="0"/>
              <a:t>Название мероприятия</a:t>
            </a:r>
            <a:br>
              <a:rPr lang="ru-RU" dirty="0" smtClean="0"/>
            </a:br>
            <a:r>
              <a:rPr lang="ru-RU" dirty="0" smtClean="0"/>
              <a:t>Дата проведения</a:t>
            </a:r>
          </a:p>
          <a:p>
            <a:pPr lvl="0"/>
            <a:endParaRPr lang="ru-RU" dirty="0"/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478368" y="3294065"/>
            <a:ext cx="7839000" cy="647700"/>
          </a:xfrm>
        </p:spPr>
        <p:txBody>
          <a:bodyPr/>
          <a:lstStyle>
            <a:lvl1pPr>
              <a:defRPr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dirty="0" smtClean="0"/>
              <a:t>Подзаголовок (заполняется по необходимости)</a:t>
            </a:r>
          </a:p>
        </p:txBody>
      </p:sp>
      <p:grpSp>
        <p:nvGrpSpPr>
          <p:cNvPr id="37" name="Группа 36"/>
          <p:cNvGrpSpPr/>
          <p:nvPr/>
        </p:nvGrpSpPr>
        <p:grpSpPr>
          <a:xfrm>
            <a:off x="12135859" y="-56814"/>
            <a:ext cx="3815344" cy="6914817"/>
            <a:chOff x="9101894" y="-42611"/>
            <a:chExt cx="2861508" cy="5186113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9181869" y="3"/>
              <a:ext cx="2781533" cy="5143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648000">
              <a:noAutofit/>
            </a:bodyPr>
            <a:lstStyle/>
            <a:p>
              <a:r>
                <a:rPr lang="ru-RU" sz="1600" b="0" dirty="0">
                  <a:solidFill>
                    <a:schemeClr val="bg1"/>
                  </a:solidFill>
                </a:rPr>
                <a:t>Рекомендации </a:t>
              </a:r>
              <a:br>
                <a:rPr lang="ru-RU" sz="1600" b="0" dirty="0">
                  <a:solidFill>
                    <a:schemeClr val="bg1"/>
                  </a:solidFill>
                </a:rPr>
              </a:br>
              <a:r>
                <a:rPr lang="ru-RU" sz="1600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по оформлению слайдов</a:t>
              </a:r>
            </a:p>
            <a:p>
              <a:pPr marL="0" algn="l" defTabSz="1038851" rtl="0" eaLnBrk="1" latinLnBrk="0" hangingPunct="1"/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indent="-243409" algn="l" defTabSz="1038851" rtl="0" eaLnBrk="1" latinLnBrk="0" hangingPunct="1"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ТЕКСТ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dirty="0" err="1">
                  <a:solidFill>
                    <a:schemeClr val="bg1"/>
                  </a:solidFill>
                </a:rPr>
                <a:t>Корп.шрифт</a:t>
              </a:r>
              <a:r>
                <a:rPr lang="ru-RU" sz="1067" b="0" dirty="0">
                  <a:solidFill>
                    <a:schemeClr val="bg1"/>
                  </a:solidFill>
                </a:rPr>
                <a:t> для презентаций</a:t>
              </a:r>
              <a:r>
                <a:rPr lang="ru-RU" sz="1067" b="0" baseline="0" dirty="0">
                  <a:solidFill>
                    <a:schemeClr val="bg1"/>
                  </a:solidFill>
                </a:rPr>
                <a:t> </a:t>
              </a:r>
              <a:r>
                <a:rPr lang="ru-RU" sz="1067" baseline="0" dirty="0">
                  <a:solidFill>
                    <a:schemeClr val="bg1"/>
                  </a:solidFill>
                </a:rPr>
                <a:t>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en-US" sz="1067" b="1" dirty="0">
                  <a:solidFill>
                    <a:schemeClr val="bg1"/>
                  </a:solidFill>
                </a:rPr>
                <a:t>Arial</a:t>
              </a:r>
              <a:r>
                <a:rPr lang="ru-RU" sz="1067" dirty="0">
                  <a:solidFill>
                    <a:schemeClr val="bg1"/>
                  </a:solidFill>
                </a:rPr>
                <a:t> (</a:t>
              </a:r>
              <a:r>
                <a:rPr lang="ru-RU" sz="1067" i="1" dirty="0">
                  <a:solidFill>
                    <a:schemeClr val="bg1"/>
                  </a:solidFill>
                </a:rPr>
                <a:t>д</a:t>
              </a:r>
              <a:r>
                <a:rPr lang="ru-RU" sz="1067" i="1" baseline="0" dirty="0">
                  <a:solidFill>
                    <a:schemeClr val="bg1"/>
                  </a:solidFill>
                </a:rPr>
                <a:t>опустимо: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r>
                <a:rPr lang="en-US" sz="1067" baseline="0" dirty="0">
                  <a:solidFill>
                    <a:schemeClr val="bg1"/>
                  </a:solidFill>
                </a:rPr>
                <a:t>Arial Narrow</a:t>
              </a:r>
              <a:r>
                <a:rPr lang="ru-RU" sz="1067" baseline="0" dirty="0">
                  <a:solidFill>
                    <a:schemeClr val="bg1"/>
                  </a:solidFill>
                </a:rPr>
                <a:t>)</a:t>
              </a: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Заголовок слайда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16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Текст на слайде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10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Примечания – 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не ниже </a:t>
              </a:r>
              <a:r>
                <a:rPr lang="en-US" sz="1067" b="1" baseline="0" dirty="0">
                  <a:solidFill>
                    <a:schemeClr val="bg1"/>
                  </a:solidFill>
                </a:rPr>
                <a:t>8</a:t>
              </a:r>
              <a:r>
                <a:rPr lang="ru-RU" sz="1067" b="1" baseline="0" dirty="0">
                  <a:solidFill>
                    <a:schemeClr val="bg1"/>
                  </a:solidFill>
                </a:rPr>
                <a:t> </a:t>
              </a:r>
              <a:r>
                <a:rPr lang="ru-RU" sz="1067" b="1" baseline="0" dirty="0" err="1">
                  <a:solidFill>
                    <a:schemeClr val="bg1"/>
                  </a:solidFill>
                </a:rPr>
                <a:t>пт</a:t>
              </a:r>
              <a:endParaRPr lang="ru-RU" sz="1067" b="1" baseline="0" dirty="0">
                <a:solidFill>
                  <a:schemeClr val="bg1"/>
                </a:solidFill>
              </a:endParaRPr>
            </a:p>
            <a:p>
              <a:pPr marL="355588" lvl="4" indent="-118529" algn="l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aseline="0" dirty="0">
                  <a:solidFill>
                    <a:schemeClr val="bg1"/>
                  </a:solidFill>
                </a:rPr>
                <a:t>Используйте на слайде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="1" baseline="0" dirty="0">
                  <a:solidFill>
                    <a:schemeClr val="bg1"/>
                  </a:solidFill>
                </a:rPr>
                <a:t>не более 3 размеров шрифтов</a:t>
              </a:r>
              <a:endParaRPr lang="en-US" sz="1067" b="1" baseline="0" dirty="0">
                <a:solidFill>
                  <a:schemeClr val="bg1"/>
                </a:solidFill>
              </a:endParaRPr>
            </a:p>
            <a:p>
              <a:pPr marL="243409" indent="-243409" algn="l" defTabSz="1038851" rtl="0" eaLnBrk="1" latinLnBrk="0" hangingPunct="1">
                <a:spcBef>
                  <a:spcPts val="400"/>
                </a:spcBef>
                <a:spcAft>
                  <a:spcPts val="267"/>
                </a:spcAft>
                <a:buFont typeface="+mj-lt"/>
                <a:buAutoNum type="arabicPeriod"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ДИАГРАММЫ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единый стиль оформления диаграмм</a:t>
              </a:r>
            </a:p>
            <a:p>
              <a:pPr marL="355588" lvl="1" indent="-105831" algn="l" defTabSz="1038851" rtl="0" eaLnBrk="1" latinLnBrk="0" hangingPunct="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шрифты одинакового размера в</a:t>
              </a:r>
              <a:r>
                <a:rPr lang="ru-RU" sz="1067" b="0" kern="1200" baseline="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диаграммах, располагающихся на одном слайде</a:t>
              </a:r>
            </a:p>
            <a:p>
              <a:pPr marL="355588" lvl="1" indent="-105831" algn="l" defTabSz="1038851" rtl="0" eaLnBrk="1" latinLnBrk="0" hangingPunct="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На одном слайде – не более 4 диаграмм</a:t>
              </a: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ИКОНКИ</a:t>
              </a:r>
            </a:p>
            <a:p>
              <a:pPr marL="355588" marR="0" lvl="1" indent="-112181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dirty="0">
                  <a:solidFill>
                    <a:schemeClr val="bg1"/>
                  </a:solidFill>
                </a:rPr>
                <a:t>Выбирайте оформление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иконок </a:t>
              </a:r>
              <a:r>
                <a:rPr lang="ru-RU" sz="1067" dirty="0">
                  <a:solidFill>
                    <a:schemeClr val="bg1"/>
                  </a:solidFill>
                </a:rPr>
                <a:t>в</a:t>
              </a:r>
              <a:r>
                <a:rPr lang="ru-RU" sz="1067" baseline="0" dirty="0">
                  <a:solidFill>
                    <a:schemeClr val="bg1"/>
                  </a:solidFill>
                </a:rPr>
                <a:t> едином стиле</a:t>
              </a: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ru-RU" sz="1067" b="1" dirty="0">
                  <a:solidFill>
                    <a:schemeClr val="bg1"/>
                  </a:solidFill>
                </a:rPr>
                <a:t>ИЗОБРАЖЕНИЯ</a:t>
              </a:r>
            </a:p>
            <a:p>
              <a:pPr marL="355588" lvl="1" indent="-112181">
                <a:spcAft>
                  <a:spcPts val="2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Нельзя</a:t>
              </a:r>
              <a:r>
                <a:rPr lang="ru-RU" sz="1067" baseline="0" dirty="0">
                  <a:solidFill>
                    <a:schemeClr val="bg1"/>
                  </a:solidFill>
                </a:rPr>
                <a:t> искажать пропорции</a:t>
              </a:r>
            </a:p>
            <a:p>
              <a:pPr marL="355588" lvl="1" indent="-112181">
                <a:spcAft>
                  <a:spcPts val="1067"/>
                </a:spcAft>
                <a:buFont typeface="Arial" panose="020B0604020202020204" pitchFamily="34" charset="0"/>
                <a:buChar char="•"/>
              </a:pPr>
              <a:r>
                <a:rPr lang="ru-RU" sz="1067" dirty="0">
                  <a:solidFill>
                    <a:schemeClr val="bg1"/>
                  </a:solidFill>
                </a:rPr>
                <a:t>Рекомендуемое разрешение</a:t>
              </a:r>
              <a:r>
                <a:rPr lang="ru-RU" sz="1067" baseline="0" dirty="0">
                  <a:solidFill>
                    <a:schemeClr val="bg1"/>
                  </a:solidFill>
                </a:rPr>
                <a:t> – </a:t>
              </a:r>
              <a:br>
                <a:rPr lang="ru-RU" sz="1067" baseline="0" dirty="0">
                  <a:solidFill>
                    <a:schemeClr val="bg1"/>
                  </a:solidFill>
                </a:rPr>
              </a:br>
              <a:r>
                <a:rPr lang="ru-RU" sz="1067" baseline="0" dirty="0">
                  <a:solidFill>
                    <a:schemeClr val="bg1"/>
                  </a:solidFill>
                </a:rPr>
                <a:t>не более 150 пикселей на дюйм</a:t>
              </a:r>
              <a:endParaRPr lang="ru-RU" sz="1067" b="1" dirty="0">
                <a:solidFill>
                  <a:schemeClr val="bg1"/>
                </a:solidFill>
              </a:endParaRPr>
            </a:p>
            <a:p>
              <a:pPr marL="243409" marR="0" lvl="0" indent="-243409" algn="l" defTabSz="1038851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267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ru-RU" sz="1067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ОБЩИЕ РЕКОМЕНДАЦИИ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Скажите «нет» презентациям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с большим количеством текста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Используйте простые схемы </a:t>
              </a:r>
              <a:b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и графику</a:t>
              </a:r>
            </a:p>
            <a:p>
              <a:pPr marL="355588" marR="0" lvl="1" indent="-122764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067" b="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Делайте слайды лаконичными</a:t>
              </a:r>
            </a:p>
            <a:p>
              <a:pPr marL="762837" marR="0" lvl="1" indent="-243409" algn="l" defTabSz="10388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lang="ru-RU" sz="1067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9" name="Прямая соединительная линия 38"/>
            <p:cNvCxnSpPr/>
            <p:nvPr/>
          </p:nvCxnSpPr>
          <p:spPr bwMode="auto">
            <a:xfrm>
              <a:off x="9753602" y="444502"/>
              <a:ext cx="205105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" name="Группа 39"/>
            <p:cNvGrpSpPr/>
            <p:nvPr/>
          </p:nvGrpSpPr>
          <p:grpSpPr>
            <a:xfrm>
              <a:off x="9101894" y="-42611"/>
              <a:ext cx="623008" cy="5155816"/>
              <a:chOff x="9101894" y="-42611"/>
              <a:chExt cx="623008" cy="5155816"/>
            </a:xfrm>
          </p:grpSpPr>
          <p:sp>
            <p:nvSpPr>
              <p:cNvPr id="41" name="Прямоугольник 40"/>
              <p:cNvSpPr/>
              <p:nvPr/>
            </p:nvSpPr>
            <p:spPr>
              <a:xfrm>
                <a:off x="9249089" y="154103"/>
                <a:ext cx="377590" cy="436959"/>
              </a:xfrm>
              <a:prstGeom prst="rect">
                <a:avLst/>
              </a:prstGeom>
              <a:solidFill>
                <a:srgbClr val="008C95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en-US" sz="933" dirty="0">
                    <a:solidFill>
                      <a:srgbClr val="FFFFFF"/>
                    </a:solidFill>
                  </a:rPr>
                  <a:t>140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</a:t>
                </a:r>
                <a:r>
                  <a:rPr lang="en-US" sz="933" dirty="0">
                    <a:solidFill>
                      <a:srgbClr val="FFFFFF"/>
                    </a:solidFill>
                  </a:rPr>
                  <a:t>49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Прямоугольник 41"/>
              <p:cNvSpPr/>
              <p:nvPr/>
            </p:nvSpPr>
            <p:spPr>
              <a:xfrm>
                <a:off x="9249089" y="873918"/>
                <a:ext cx="377590" cy="438150"/>
              </a:xfrm>
              <a:prstGeom prst="rect">
                <a:avLst/>
              </a:prstGeom>
              <a:solidFill>
                <a:srgbClr val="D0D0D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208</a:t>
                </a:r>
              </a:p>
            </p:txBody>
          </p:sp>
          <p:sp>
            <p:nvSpPr>
              <p:cNvPr id="43" name="Прямоугольник 42"/>
              <p:cNvSpPr/>
              <p:nvPr/>
            </p:nvSpPr>
            <p:spPr>
              <a:xfrm>
                <a:off x="9249089" y="3830254"/>
                <a:ext cx="377590" cy="436960"/>
              </a:xfrm>
              <a:prstGeom prst="rect">
                <a:avLst/>
              </a:prstGeom>
              <a:solidFill>
                <a:srgbClr val="E5F2F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229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242</a:t>
                </a:r>
              </a:p>
            </p:txBody>
          </p:sp>
          <p:sp>
            <p:nvSpPr>
              <p:cNvPr id="44" name="Прямоугольник 43"/>
              <p:cNvSpPr/>
              <p:nvPr/>
            </p:nvSpPr>
            <p:spPr>
              <a:xfrm>
                <a:off x="9249089" y="2519364"/>
                <a:ext cx="377590" cy="436959"/>
              </a:xfrm>
              <a:prstGeom prst="rect">
                <a:avLst/>
              </a:prstGeom>
              <a:solidFill>
                <a:srgbClr val="B2D2D8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178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216</a:t>
                </a:r>
              </a:p>
            </p:txBody>
          </p:sp>
          <p:sp>
            <p:nvSpPr>
              <p:cNvPr id="45" name="Прямоугольник 44"/>
              <p:cNvSpPr/>
              <p:nvPr/>
            </p:nvSpPr>
            <p:spPr>
              <a:xfrm>
                <a:off x="9249089" y="2956327"/>
                <a:ext cx="377590" cy="436960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255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sp>
            <p:nvSpPr>
              <p:cNvPr id="46" name="Прямоугольник 45"/>
              <p:cNvSpPr/>
              <p:nvPr/>
            </p:nvSpPr>
            <p:spPr>
              <a:xfrm>
                <a:off x="9249089" y="3393282"/>
                <a:ext cx="377590" cy="43695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192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  <a:p>
                <a:pPr algn="ctr" eaLnBrk="1" hangingPunct="1">
                  <a:defRPr/>
                </a:pPr>
                <a:r>
                  <a:rPr lang="ru-RU" sz="933" dirty="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47" name="Прямоугольник 46"/>
              <p:cNvSpPr/>
              <p:nvPr/>
            </p:nvSpPr>
            <p:spPr>
              <a:xfrm>
                <a:off x="9249089" y="4267214"/>
                <a:ext cx="377590" cy="169200"/>
              </a:xfrm>
              <a:prstGeom prst="rect">
                <a:avLst/>
              </a:prstGeom>
              <a:solidFill>
                <a:srgbClr val="000000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0,0,0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Прямоугольник 47"/>
              <p:cNvSpPr/>
              <p:nvPr/>
            </p:nvSpPr>
            <p:spPr>
              <a:xfrm>
                <a:off x="9249091" y="588086"/>
                <a:ext cx="377590" cy="438150"/>
              </a:xfrm>
              <a:prstGeom prst="rect">
                <a:avLst/>
              </a:prstGeom>
              <a:solidFill>
                <a:schemeClr val="tx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br>
                  <a:rPr lang="en-US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49</a:t>
                </a:r>
                <a:br>
                  <a:rPr lang="ru-RU" sz="933" dirty="0" smtClean="0">
                    <a:solidFill>
                      <a:schemeClr val="bg1"/>
                    </a:solidFill>
                  </a:rPr>
                </a:br>
                <a:r>
                  <a:rPr lang="ru-RU" sz="933" dirty="0" smtClean="0">
                    <a:solidFill>
                      <a:schemeClr val="bg1"/>
                    </a:solidFill>
                  </a:rPr>
                  <a:t>60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Прямоугольник 48"/>
              <p:cNvSpPr/>
              <p:nvPr/>
            </p:nvSpPr>
            <p:spPr>
              <a:xfrm>
                <a:off x="9249091" y="1022665"/>
                <a:ext cx="377590" cy="436960"/>
              </a:xfrm>
              <a:prstGeom prst="rect">
                <a:avLst/>
              </a:prstGeom>
              <a:solidFill>
                <a:schemeClr val="bg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119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226</a:t>
                </a:r>
                <a:b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</a:b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0" name="Прямоугольник 49"/>
              <p:cNvSpPr/>
              <p:nvPr/>
            </p:nvSpPr>
            <p:spPr>
              <a:xfrm>
                <a:off x="9249091" y="3830257"/>
                <a:ext cx="377590" cy="436960"/>
              </a:xfrm>
              <a:prstGeom prst="rect">
                <a:avLst/>
              </a:prstGeom>
              <a:solidFill>
                <a:srgbClr val="2D3287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45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50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135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Прямоугольник 50"/>
              <p:cNvSpPr/>
              <p:nvPr/>
            </p:nvSpPr>
            <p:spPr>
              <a:xfrm>
                <a:off x="9249091" y="1466152"/>
                <a:ext cx="377590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000000"/>
                    </a:solidFill>
                  </a:rPr>
                  <a:t>255</a:t>
                </a:r>
                <a:endParaRPr lang="ru-RU" sz="933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Прямоугольник 51"/>
              <p:cNvSpPr/>
              <p:nvPr/>
            </p:nvSpPr>
            <p:spPr>
              <a:xfrm>
                <a:off x="9249091" y="2519364"/>
                <a:ext cx="377590" cy="436959"/>
              </a:xfrm>
              <a:prstGeom prst="rect">
                <a:avLst/>
              </a:prstGeom>
              <a:solidFill>
                <a:srgbClr val="FABE19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190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25</a:t>
                </a:r>
                <a:endParaRPr lang="ru-RU" sz="933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9249091" y="2956327"/>
                <a:ext cx="377590" cy="436960"/>
              </a:xfrm>
              <a:prstGeom prst="rect">
                <a:avLst/>
              </a:prstGeom>
              <a:solidFill>
                <a:srgbClr val="008CFA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ru-RU" sz="933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sz="933" dirty="0" smtClean="0">
                    <a:solidFill>
                      <a:schemeClr val="bg1"/>
                    </a:solidFill>
                  </a:rPr>
                  <a:t>40</a:t>
                </a:r>
                <a:endParaRPr lang="ru-RU" sz="933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chemeClr val="bg1"/>
                    </a:solidFill>
                  </a:rPr>
                  <a:t>250</a:t>
                </a:r>
                <a:endParaRPr lang="ru-RU" sz="93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9249091" y="3393282"/>
                <a:ext cx="377590" cy="436959"/>
              </a:xfrm>
              <a:prstGeom prst="rect">
                <a:avLst/>
              </a:prstGeom>
              <a:solidFill>
                <a:srgbClr val="FA786E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250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120</a:t>
                </a:r>
                <a:endParaRPr lang="ru-RU" sz="933" dirty="0">
                  <a:solidFill>
                    <a:srgbClr val="FFFFFF"/>
                  </a:solidFill>
                </a:endParaRPr>
              </a:p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110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Прямоугольник 54"/>
              <p:cNvSpPr/>
              <p:nvPr/>
            </p:nvSpPr>
            <p:spPr>
              <a:xfrm>
                <a:off x="9249091" y="1916373"/>
                <a:ext cx="377590" cy="438150"/>
              </a:xfrm>
              <a:prstGeom prst="rect">
                <a:avLst/>
              </a:prstGeom>
              <a:solidFill>
                <a:schemeClr val="accent6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77903" tIns="38952" rIns="77903" bIns="38952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933" dirty="0" smtClean="0">
                    <a:solidFill>
                      <a:srgbClr val="FFFFFF"/>
                    </a:solidFill>
                  </a:rPr>
                  <a:t>224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78</a:t>
                </a:r>
                <a:br>
                  <a:rPr lang="en-US" sz="933" dirty="0" smtClean="0">
                    <a:solidFill>
                      <a:srgbClr val="FFFFFF"/>
                    </a:solidFill>
                  </a:rPr>
                </a:br>
                <a:r>
                  <a:rPr lang="en-US" sz="933" dirty="0" smtClean="0">
                    <a:solidFill>
                      <a:srgbClr val="FFFFFF"/>
                    </a:solidFill>
                  </a:rPr>
                  <a:t>57</a:t>
                </a:r>
                <a:endParaRPr lang="ru-RU" sz="933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9101894" y="-42611"/>
                <a:ext cx="623008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smtClean="0">
                    <a:solidFill>
                      <a:schemeClr val="bg1"/>
                    </a:solidFill>
                  </a:rPr>
                  <a:t>Основные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9101894" y="2320575"/>
                <a:ext cx="621805" cy="192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67" dirty="0" err="1" smtClean="0">
                    <a:solidFill>
                      <a:schemeClr val="bg1"/>
                    </a:solidFill>
                  </a:rPr>
                  <a:t>Доп.цвета</a:t>
                </a:r>
                <a:endParaRPr lang="ru-RU" sz="1067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Прямоугольник 59"/>
              <p:cNvSpPr/>
              <p:nvPr/>
            </p:nvSpPr>
            <p:spPr>
              <a:xfrm>
                <a:off x="9249088" y="4436414"/>
                <a:ext cx="377591" cy="169200"/>
              </a:xfrm>
              <a:prstGeom prst="rect">
                <a:avLst/>
              </a:prstGeom>
              <a:solidFill>
                <a:srgbClr val="4D4D4D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70%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Прямоугольник 60"/>
              <p:cNvSpPr/>
              <p:nvPr/>
            </p:nvSpPr>
            <p:spPr>
              <a:xfrm>
                <a:off x="9249087" y="4605611"/>
                <a:ext cx="377593" cy="169200"/>
              </a:xfrm>
              <a:prstGeom prst="rect">
                <a:avLst/>
              </a:prstGeom>
              <a:solidFill>
                <a:srgbClr val="7F7F7F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50%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9249088" y="4774808"/>
                <a:ext cx="377591" cy="169200"/>
              </a:xfrm>
              <a:prstGeom prst="rect">
                <a:avLst/>
              </a:prstGeom>
              <a:solidFill>
                <a:srgbClr val="B2B2B2"/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rgbClr val="FFFFFF"/>
                    </a:solidFill>
                  </a:rPr>
                  <a:t>30%</a:t>
                </a:r>
                <a:endParaRPr lang="ru-RU" sz="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9249087" y="4944005"/>
                <a:ext cx="377593" cy="169200"/>
              </a:xfrm>
              <a:prstGeom prst="rect">
                <a:avLst/>
              </a:prstGeom>
              <a:solidFill>
                <a:srgbClr val="E5E5E5"/>
              </a:solidFill>
              <a:ln w="3175">
                <a:solidFill>
                  <a:srgbClr val="B2B2B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ru-RU"/>
                </a:defPPr>
                <a:lvl1pPr marL="0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8958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779163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168745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558326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947908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337489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727071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116652" algn="l" defTabSz="779163" rtl="0" eaLnBrk="1" latinLnBrk="0" hangingPunct="1">
                  <a:defRPr sz="15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sz="800" dirty="0" smtClean="0">
                    <a:solidFill>
                      <a:schemeClr val="tx1"/>
                    </a:solidFill>
                  </a:rPr>
                  <a:t>10%</a:t>
                </a:r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" name="Рисунок 3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9646028" y="5586000"/>
            <a:ext cx="1272000" cy="1272000"/>
          </a:xfrm>
        </p:spPr>
        <p:txBody>
          <a:bodyPr/>
          <a:lstStyle>
            <a:lvl1pPr>
              <a:defRPr sz="1600"/>
            </a:lvl1pPr>
          </a:lstStyle>
          <a:p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7" name="Рисунок 6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0920000" y="5586000"/>
            <a:ext cx="1272000" cy="1272000"/>
          </a:xfrm>
        </p:spPr>
        <p:txBody>
          <a:bodyPr/>
          <a:lstStyle>
            <a:lvl1pPr>
              <a:defRPr sz="1600"/>
            </a:lvl1pPr>
          </a:lstStyle>
          <a:p>
            <a:r>
              <a:rPr lang="ru-RU" dirty="0" smtClean="0"/>
              <a:t>Пиктограмма</a:t>
            </a:r>
            <a:endParaRPr lang="ru-RU" dirty="0"/>
          </a:p>
        </p:txBody>
      </p:sp>
      <p:sp>
        <p:nvSpPr>
          <p:cNvPr id="64" name="object 12"/>
          <p:cNvSpPr/>
          <p:nvPr/>
        </p:nvSpPr>
        <p:spPr>
          <a:xfrm>
            <a:off x="635584" y="6047405"/>
            <a:ext cx="1837528" cy="346943"/>
          </a:xfrm>
          <a:custGeom>
            <a:avLst/>
            <a:gdLst/>
            <a:ahLst/>
            <a:cxnLst/>
            <a:rect l="l" t="t" r="r" b="b"/>
            <a:pathLst>
              <a:path w="3030220" h="572134">
                <a:moveTo>
                  <a:pt x="586587" y="71323"/>
                </a:moveTo>
                <a:lnTo>
                  <a:pt x="583882" y="49517"/>
                </a:lnTo>
                <a:lnTo>
                  <a:pt x="572173" y="26187"/>
                </a:lnTo>
                <a:lnTo>
                  <a:pt x="550849" y="7594"/>
                </a:lnTo>
                <a:lnTo>
                  <a:pt x="519328" y="0"/>
                </a:lnTo>
                <a:lnTo>
                  <a:pt x="113550" y="101"/>
                </a:lnTo>
                <a:lnTo>
                  <a:pt x="58267" y="20739"/>
                </a:lnTo>
                <a:lnTo>
                  <a:pt x="37490" y="65227"/>
                </a:lnTo>
                <a:lnTo>
                  <a:pt x="0" y="495071"/>
                </a:lnTo>
                <a:lnTo>
                  <a:pt x="2565" y="522262"/>
                </a:lnTo>
                <a:lnTo>
                  <a:pt x="15036" y="546963"/>
                </a:lnTo>
                <a:lnTo>
                  <a:pt x="36626" y="564908"/>
                </a:lnTo>
                <a:lnTo>
                  <a:pt x="66624" y="571842"/>
                </a:lnTo>
                <a:lnTo>
                  <a:pt x="469963" y="571842"/>
                </a:lnTo>
                <a:lnTo>
                  <a:pt x="527723" y="552221"/>
                </a:lnTo>
                <a:lnTo>
                  <a:pt x="548779" y="499859"/>
                </a:lnTo>
                <a:lnTo>
                  <a:pt x="552424" y="459994"/>
                </a:lnTo>
                <a:lnTo>
                  <a:pt x="564769" y="315506"/>
                </a:lnTo>
                <a:lnTo>
                  <a:pt x="320941" y="315506"/>
                </a:lnTo>
                <a:lnTo>
                  <a:pt x="310400" y="437730"/>
                </a:lnTo>
                <a:lnTo>
                  <a:pt x="248704" y="437730"/>
                </a:lnTo>
                <a:lnTo>
                  <a:pt x="275361" y="134200"/>
                </a:lnTo>
                <a:lnTo>
                  <a:pt x="336981" y="134200"/>
                </a:lnTo>
                <a:lnTo>
                  <a:pt x="327215" y="247764"/>
                </a:lnTo>
                <a:lnTo>
                  <a:pt x="570992" y="247764"/>
                </a:lnTo>
                <a:lnTo>
                  <a:pt x="586587" y="71323"/>
                </a:lnTo>
                <a:close/>
              </a:path>
              <a:path w="3030220" h="572134">
                <a:moveTo>
                  <a:pt x="1203756" y="12"/>
                </a:moveTo>
                <a:lnTo>
                  <a:pt x="1012317" y="114"/>
                </a:lnTo>
                <a:lnTo>
                  <a:pt x="966266" y="17932"/>
                </a:lnTo>
                <a:lnTo>
                  <a:pt x="931164" y="98285"/>
                </a:lnTo>
                <a:lnTo>
                  <a:pt x="867625" y="296252"/>
                </a:lnTo>
                <a:lnTo>
                  <a:pt x="899160" y="114"/>
                </a:lnTo>
                <a:lnTo>
                  <a:pt x="655510" y="12"/>
                </a:lnTo>
                <a:lnTo>
                  <a:pt x="604405" y="571855"/>
                </a:lnTo>
                <a:lnTo>
                  <a:pt x="788123" y="571855"/>
                </a:lnTo>
                <a:lnTo>
                  <a:pt x="837285" y="556158"/>
                </a:lnTo>
                <a:lnTo>
                  <a:pt x="934453" y="312801"/>
                </a:lnTo>
                <a:lnTo>
                  <a:pt x="909624" y="571855"/>
                </a:lnTo>
                <a:lnTo>
                  <a:pt x="1153515" y="571855"/>
                </a:lnTo>
                <a:lnTo>
                  <a:pt x="1203756" y="12"/>
                </a:lnTo>
                <a:close/>
              </a:path>
              <a:path w="3030220" h="572134">
                <a:moveTo>
                  <a:pt x="1815058" y="25"/>
                </a:moveTo>
                <a:lnTo>
                  <a:pt x="1265847" y="25"/>
                </a:lnTo>
                <a:lnTo>
                  <a:pt x="1215809" y="571792"/>
                </a:lnTo>
                <a:lnTo>
                  <a:pt x="1307376" y="571792"/>
                </a:lnTo>
                <a:lnTo>
                  <a:pt x="1702358" y="571792"/>
                </a:lnTo>
                <a:lnTo>
                  <a:pt x="1746643" y="556691"/>
                </a:lnTo>
                <a:lnTo>
                  <a:pt x="1771091" y="505726"/>
                </a:lnTo>
                <a:lnTo>
                  <a:pt x="1775828" y="452970"/>
                </a:lnTo>
                <a:lnTo>
                  <a:pt x="1788426" y="311061"/>
                </a:lnTo>
                <a:lnTo>
                  <a:pt x="1792185" y="268998"/>
                </a:lnTo>
                <a:lnTo>
                  <a:pt x="1789341" y="239585"/>
                </a:lnTo>
                <a:lnTo>
                  <a:pt x="1775777" y="215087"/>
                </a:lnTo>
                <a:lnTo>
                  <a:pt x="1751926" y="198335"/>
                </a:lnTo>
                <a:lnTo>
                  <a:pt x="1718233" y="192125"/>
                </a:lnTo>
                <a:lnTo>
                  <a:pt x="1544650" y="192125"/>
                </a:lnTo>
                <a:lnTo>
                  <a:pt x="1544650" y="311061"/>
                </a:lnTo>
                <a:lnTo>
                  <a:pt x="1532229" y="452970"/>
                </a:lnTo>
                <a:lnTo>
                  <a:pt x="1469923" y="452970"/>
                </a:lnTo>
                <a:lnTo>
                  <a:pt x="1482369" y="311061"/>
                </a:lnTo>
                <a:lnTo>
                  <a:pt x="1544650" y="311061"/>
                </a:lnTo>
                <a:lnTo>
                  <a:pt x="1544650" y="192125"/>
                </a:lnTo>
                <a:lnTo>
                  <a:pt x="1492821" y="192125"/>
                </a:lnTo>
                <a:lnTo>
                  <a:pt x="1497888" y="134137"/>
                </a:lnTo>
                <a:lnTo>
                  <a:pt x="1803234" y="134137"/>
                </a:lnTo>
                <a:lnTo>
                  <a:pt x="1815058" y="25"/>
                </a:lnTo>
                <a:close/>
              </a:path>
              <a:path w="3030220" h="572134">
                <a:moveTo>
                  <a:pt x="2426043" y="101"/>
                </a:moveTo>
                <a:lnTo>
                  <a:pt x="2182241" y="101"/>
                </a:lnTo>
                <a:lnTo>
                  <a:pt x="2159444" y="260807"/>
                </a:lnTo>
                <a:lnTo>
                  <a:pt x="2097646" y="260807"/>
                </a:lnTo>
                <a:lnTo>
                  <a:pt x="2120493" y="101"/>
                </a:lnTo>
                <a:lnTo>
                  <a:pt x="1876653" y="101"/>
                </a:lnTo>
                <a:lnTo>
                  <a:pt x="1850859" y="302818"/>
                </a:lnTo>
                <a:lnTo>
                  <a:pt x="1852777" y="328256"/>
                </a:lnTo>
                <a:lnTo>
                  <a:pt x="1863979" y="353225"/>
                </a:lnTo>
                <a:lnTo>
                  <a:pt x="1885873" y="372224"/>
                </a:lnTo>
                <a:lnTo>
                  <a:pt x="1919871" y="379780"/>
                </a:lnTo>
                <a:lnTo>
                  <a:pt x="2148954" y="379780"/>
                </a:lnTo>
                <a:lnTo>
                  <a:pt x="2144001" y="437794"/>
                </a:lnTo>
                <a:lnTo>
                  <a:pt x="1838960" y="437794"/>
                </a:lnTo>
                <a:lnTo>
                  <a:pt x="1827225" y="571881"/>
                </a:lnTo>
                <a:lnTo>
                  <a:pt x="2312416" y="571881"/>
                </a:lnTo>
                <a:lnTo>
                  <a:pt x="2336444" y="567817"/>
                </a:lnTo>
                <a:lnTo>
                  <a:pt x="2357602" y="555421"/>
                </a:lnTo>
                <a:lnTo>
                  <a:pt x="2373401" y="534428"/>
                </a:lnTo>
                <a:lnTo>
                  <a:pt x="2381351" y="504583"/>
                </a:lnTo>
                <a:lnTo>
                  <a:pt x="2426043" y="101"/>
                </a:lnTo>
                <a:close/>
              </a:path>
              <a:path w="3030220" h="572134">
                <a:moveTo>
                  <a:pt x="3030105" y="69596"/>
                </a:moveTo>
                <a:lnTo>
                  <a:pt x="3025876" y="40906"/>
                </a:lnTo>
                <a:lnTo>
                  <a:pt x="3010598" y="19011"/>
                </a:lnTo>
                <a:lnTo>
                  <a:pt x="2986963" y="5029"/>
                </a:lnTo>
                <a:lnTo>
                  <a:pt x="2957665" y="101"/>
                </a:lnTo>
                <a:lnTo>
                  <a:pt x="2780601" y="101"/>
                </a:lnTo>
                <a:lnTo>
                  <a:pt x="2780601" y="134239"/>
                </a:lnTo>
                <a:lnTo>
                  <a:pt x="2768155" y="276047"/>
                </a:lnTo>
                <a:lnTo>
                  <a:pt x="2707144" y="276047"/>
                </a:lnTo>
                <a:lnTo>
                  <a:pt x="2719527" y="134239"/>
                </a:lnTo>
                <a:lnTo>
                  <a:pt x="2780601" y="134239"/>
                </a:lnTo>
                <a:lnTo>
                  <a:pt x="2780601" y="101"/>
                </a:lnTo>
                <a:lnTo>
                  <a:pt x="2487434" y="101"/>
                </a:lnTo>
                <a:lnTo>
                  <a:pt x="2437447" y="571830"/>
                </a:lnTo>
                <a:lnTo>
                  <a:pt x="2681236" y="571830"/>
                </a:lnTo>
                <a:lnTo>
                  <a:pt x="2696641" y="394868"/>
                </a:lnTo>
                <a:lnTo>
                  <a:pt x="2783967" y="394868"/>
                </a:lnTo>
                <a:lnTo>
                  <a:pt x="2767698" y="394970"/>
                </a:lnTo>
                <a:lnTo>
                  <a:pt x="2933573" y="394970"/>
                </a:lnTo>
                <a:lnTo>
                  <a:pt x="2984665" y="378129"/>
                </a:lnTo>
                <a:lnTo>
                  <a:pt x="3007741" y="324523"/>
                </a:lnTo>
                <a:lnTo>
                  <a:pt x="3012071" y="276047"/>
                </a:lnTo>
                <a:lnTo>
                  <a:pt x="3015983" y="232117"/>
                </a:lnTo>
                <a:lnTo>
                  <a:pt x="3022142" y="162166"/>
                </a:lnTo>
                <a:lnTo>
                  <a:pt x="3024581" y="134239"/>
                </a:lnTo>
                <a:lnTo>
                  <a:pt x="3027426" y="101663"/>
                </a:lnTo>
                <a:lnTo>
                  <a:pt x="3030105" y="69596"/>
                </a:lnTo>
                <a:close/>
              </a:path>
            </a:pathLst>
          </a:custGeom>
          <a:solidFill>
            <a:srgbClr val="008C95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13"/>
          <p:cNvSpPr txBox="1"/>
          <p:nvPr/>
        </p:nvSpPr>
        <p:spPr>
          <a:xfrm>
            <a:off x="2988084" y="6162073"/>
            <a:ext cx="2366992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1">
              <a:lnSpc>
                <a:spcPts val="2231"/>
              </a:lnSpc>
            </a:pPr>
            <a:r>
              <a:rPr sz="1911" dirty="0">
                <a:solidFill>
                  <a:srgbClr val="008B95"/>
                </a:solidFill>
                <a:latin typeface="+mn-lt"/>
                <a:cs typeface="Roboto"/>
              </a:rPr>
              <a:t>Партнеры</a:t>
            </a:r>
            <a:r>
              <a:rPr sz="1911" spc="9" dirty="0">
                <a:solidFill>
                  <a:srgbClr val="008B95"/>
                </a:solidFill>
                <a:latin typeface="+mn-lt"/>
                <a:cs typeface="Roboto"/>
              </a:rPr>
              <a:t> </a:t>
            </a:r>
            <a:r>
              <a:rPr sz="1911" dirty="0">
                <a:solidFill>
                  <a:srgbClr val="008B95"/>
                </a:solidFill>
                <a:latin typeface="+mn-lt"/>
                <a:cs typeface="Roboto"/>
              </a:rPr>
              <a:t>для</a:t>
            </a:r>
            <a:r>
              <a:rPr sz="1911" spc="15" dirty="0">
                <a:solidFill>
                  <a:srgbClr val="008B95"/>
                </a:solidFill>
                <a:latin typeface="+mn-lt"/>
                <a:cs typeface="Roboto"/>
              </a:rPr>
              <a:t> </a:t>
            </a:r>
            <a:r>
              <a:rPr sz="1911" spc="-7" dirty="0">
                <a:solidFill>
                  <a:srgbClr val="008B95"/>
                </a:solidFill>
                <a:latin typeface="+mn-lt"/>
                <a:cs typeface="Roboto"/>
              </a:rPr>
              <a:t>роста</a:t>
            </a:r>
            <a:endParaRPr sz="1911" dirty="0">
              <a:latin typeface="+mn-lt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47391831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1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vmlDrawing" Target="../drawings/vmlDrawing1.vml"/><Relationship Id="rId37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>
            <p:custDataLst>
              <p:tags r:id="rId33"/>
            </p:custDataLst>
            <p:extLst/>
          </p:nvPr>
        </p:nvGraphicFramePr>
        <p:xfrm>
          <a:off x="1968" y="160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Слайд think-cell" r:id="rId36" imgW="270" imgH="270" progId="TCLayout.ActiveDocument.1">
                  <p:embed/>
                </p:oleObj>
              </mc:Choice>
              <mc:Fallback>
                <p:oleObj name="Слайд think-cell" r:id="rId36" imgW="270" imgH="270" progId="TCLayout.ActiveDocument.1">
                  <p:embed/>
                  <p:pic>
                    <p:nvPicPr>
                      <p:cNvPr id="3" name="Объект 2" hidden="1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968" y="160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3" hidden="1"/>
          <p:cNvSpPr/>
          <p:nvPr>
            <p:custDataLst>
              <p:tags r:id="rId34"/>
            </p:custDataLst>
          </p:nvPr>
        </p:nvSpPr>
        <p:spPr bwMode="auto">
          <a:xfrm>
            <a:off x="0" y="1"/>
            <a:ext cx="211667" cy="21166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9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7647" y="6377659"/>
            <a:ext cx="1015987" cy="192000"/>
          </a:xfrm>
          <a:prstGeom prst="rect">
            <a:avLst/>
          </a:prstGeom>
          <a:effectLst/>
        </p:spPr>
      </p:pic>
      <p:sp>
        <p:nvSpPr>
          <p:cNvPr id="38" name="Заголовок 1"/>
          <p:cNvSpPr txBox="1">
            <a:spLocks/>
          </p:cNvSpPr>
          <p:nvPr/>
        </p:nvSpPr>
        <p:spPr>
          <a:xfrm>
            <a:off x="527381" y="205471"/>
            <a:ext cx="11329768" cy="703263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008C95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charset="0"/>
              </a:defRPr>
            </a:lvl5pPr>
            <a:lvl6pPr marL="389512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779025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168538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558051" algn="l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1219163"/>
            <a:endParaRPr lang="ru-RU" sz="2400" kern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8366" y="452966"/>
            <a:ext cx="11235268" cy="9122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ru-RU" dirty="0"/>
              <a:t>Образец заголовка </a:t>
            </a:r>
            <a:r>
              <a:rPr lang="ru-RU" dirty="0" smtClean="0"/>
              <a:t>(</a:t>
            </a:r>
            <a:r>
              <a:rPr lang="ru-RU" dirty="0"/>
              <a:t>заголовок не более 2 строк)</a:t>
            </a:r>
          </a:p>
        </p:txBody>
      </p:sp>
      <p:sp>
        <p:nvSpPr>
          <p:cNvPr id="39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3224" y="6343514"/>
            <a:ext cx="439296" cy="253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eaLnBrk="1" hangingPunct="1">
              <a:defRPr sz="1067" b="1">
                <a:solidFill>
                  <a:schemeClr val="tx2"/>
                </a:solidFill>
              </a:defRPr>
            </a:lvl1pPr>
          </a:lstStyle>
          <a:p>
            <a:fld id="{31ED88B6-9D2D-479B-ABA6-BAE9EF28FCC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1" name="Нижний колонтитул 8"/>
          <p:cNvSpPr>
            <a:spLocks noGrp="1"/>
          </p:cNvSpPr>
          <p:nvPr>
            <p:ph type="ftr" sz="quarter" idx="3"/>
          </p:nvPr>
        </p:nvSpPr>
        <p:spPr>
          <a:xfrm>
            <a:off x="1228797" y="6343514"/>
            <a:ext cx="7082099" cy="26473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67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Продуктовые решения СИБУРа для компании "Самый лучший клиент"</a:t>
            </a:r>
            <a:endParaRPr lang="ru-RU" dirty="0"/>
          </a:p>
        </p:txBody>
      </p:sp>
      <p:sp>
        <p:nvSpPr>
          <p:cNvPr id="42" name="Дата 4"/>
          <p:cNvSpPr>
            <a:spLocks noGrp="1"/>
          </p:cNvSpPr>
          <p:nvPr>
            <p:ph type="dt" sz="half" idx="2"/>
          </p:nvPr>
        </p:nvSpPr>
        <p:spPr>
          <a:xfrm>
            <a:off x="8454410" y="6343514"/>
            <a:ext cx="1273989" cy="264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ru-RU" sz="1067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endParaRPr lang="en-US"/>
          </a:p>
        </p:txBody>
      </p:sp>
      <p:grpSp>
        <p:nvGrpSpPr>
          <p:cNvPr id="6" name="Группа 5"/>
          <p:cNvGrpSpPr/>
          <p:nvPr userDrawn="1"/>
        </p:nvGrpSpPr>
        <p:grpSpPr>
          <a:xfrm>
            <a:off x="12135858" y="-56815"/>
            <a:ext cx="830677" cy="6874421"/>
            <a:chOff x="9101894" y="-42611"/>
            <a:chExt cx="623008" cy="5155816"/>
          </a:xfrm>
        </p:grpSpPr>
        <p:sp>
          <p:nvSpPr>
            <p:cNvPr id="36" name="Прямоугольник 35"/>
            <p:cNvSpPr/>
            <p:nvPr/>
          </p:nvSpPr>
          <p:spPr>
            <a:xfrm>
              <a:off x="9249089" y="154103"/>
              <a:ext cx="377590" cy="436959"/>
            </a:xfrm>
            <a:prstGeom prst="rect">
              <a:avLst/>
            </a:prstGeom>
            <a:solidFill>
              <a:srgbClr val="008C95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ru-RU" sz="933" dirty="0">
                  <a:solidFill>
                    <a:srgbClr val="FFFFFF"/>
                  </a:solidFill>
                </a:rPr>
                <a:t>0</a:t>
              </a:r>
            </a:p>
            <a:p>
              <a:pPr algn="ctr" eaLnBrk="1" hangingPunct="1">
                <a:defRPr/>
              </a:pPr>
              <a:r>
                <a:rPr lang="en-US" sz="933" dirty="0">
                  <a:solidFill>
                    <a:srgbClr val="FFFFFF"/>
                  </a:solidFill>
                </a:rPr>
                <a:t>140</a:t>
              </a:r>
              <a:endParaRPr lang="ru-RU" sz="933" dirty="0">
                <a:solidFill>
                  <a:srgbClr val="FFFFFF"/>
                </a:solidFill>
              </a:endParaRPr>
            </a:p>
            <a:p>
              <a:pPr algn="ctr" eaLnBrk="1" hangingPunct="1">
                <a:defRPr/>
              </a:pPr>
              <a:r>
                <a:rPr lang="ru-RU" sz="933" dirty="0">
                  <a:solidFill>
                    <a:srgbClr val="FFFFFF"/>
                  </a:solidFill>
                </a:rPr>
                <a:t>1</a:t>
              </a:r>
              <a:r>
                <a:rPr lang="en-US" sz="933" dirty="0">
                  <a:solidFill>
                    <a:srgbClr val="FFFFFF"/>
                  </a:solidFill>
                </a:rPr>
                <a:t>49</a:t>
              </a:r>
              <a:endParaRPr lang="ru-RU" sz="933" dirty="0">
                <a:solidFill>
                  <a:srgbClr val="FFFFFF"/>
                </a:solidFill>
              </a:endParaRPr>
            </a:p>
          </p:txBody>
        </p:sp>
        <p:sp>
          <p:nvSpPr>
            <p:cNvPr id="37" name="Прямоугольник 36"/>
            <p:cNvSpPr/>
            <p:nvPr/>
          </p:nvSpPr>
          <p:spPr>
            <a:xfrm>
              <a:off x="9249089" y="873918"/>
              <a:ext cx="377590" cy="438150"/>
            </a:xfrm>
            <a:prstGeom prst="rect">
              <a:avLst/>
            </a:prstGeom>
            <a:solidFill>
              <a:srgbClr val="D0D0D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ru-RU" sz="933" dirty="0">
                  <a:solidFill>
                    <a:srgbClr val="FFFFFF"/>
                  </a:solidFill>
                </a:rPr>
                <a:t>208</a:t>
              </a:r>
            </a:p>
            <a:p>
              <a:pPr algn="ctr" eaLnBrk="1" hangingPunct="1">
                <a:defRPr/>
              </a:pPr>
              <a:r>
                <a:rPr lang="ru-RU" sz="933" dirty="0">
                  <a:solidFill>
                    <a:srgbClr val="FFFFFF"/>
                  </a:solidFill>
                </a:rPr>
                <a:t>208</a:t>
              </a:r>
            </a:p>
            <a:p>
              <a:pPr algn="ctr" eaLnBrk="1" hangingPunct="1">
                <a:defRPr/>
              </a:pPr>
              <a:r>
                <a:rPr lang="ru-RU" sz="933" dirty="0">
                  <a:solidFill>
                    <a:srgbClr val="FFFFFF"/>
                  </a:solidFill>
                </a:rPr>
                <a:t>208</a:t>
              </a:r>
            </a:p>
          </p:txBody>
        </p:sp>
        <p:sp>
          <p:nvSpPr>
            <p:cNvPr id="43" name="Прямоугольник 42"/>
            <p:cNvSpPr/>
            <p:nvPr/>
          </p:nvSpPr>
          <p:spPr>
            <a:xfrm>
              <a:off x="9249089" y="3830254"/>
              <a:ext cx="377590" cy="436960"/>
            </a:xfrm>
            <a:prstGeom prst="rect">
              <a:avLst/>
            </a:prstGeom>
            <a:solidFill>
              <a:srgbClr val="E5F2F2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ru-RU" sz="933" dirty="0">
                  <a:solidFill>
                    <a:srgbClr val="000000"/>
                  </a:solidFill>
                </a:rPr>
                <a:t>229</a:t>
              </a:r>
            </a:p>
            <a:p>
              <a:pPr algn="ctr" eaLnBrk="1" hangingPunct="1">
                <a:defRPr/>
              </a:pPr>
              <a:r>
                <a:rPr lang="ru-RU" sz="933" dirty="0">
                  <a:solidFill>
                    <a:srgbClr val="000000"/>
                  </a:solidFill>
                </a:rPr>
                <a:t>242</a:t>
              </a:r>
            </a:p>
            <a:p>
              <a:pPr algn="ctr" eaLnBrk="1" hangingPunct="1">
                <a:defRPr/>
              </a:pPr>
              <a:r>
                <a:rPr lang="ru-RU" sz="933" dirty="0">
                  <a:solidFill>
                    <a:srgbClr val="000000"/>
                  </a:solidFill>
                </a:rPr>
                <a:t>242</a:t>
              </a:r>
            </a:p>
          </p:txBody>
        </p:sp>
        <p:sp>
          <p:nvSpPr>
            <p:cNvPr id="46" name="Прямоугольник 45"/>
            <p:cNvSpPr/>
            <p:nvPr/>
          </p:nvSpPr>
          <p:spPr>
            <a:xfrm>
              <a:off x="9249089" y="2519364"/>
              <a:ext cx="377590" cy="436959"/>
            </a:xfrm>
            <a:prstGeom prst="rect">
              <a:avLst/>
            </a:prstGeom>
            <a:solidFill>
              <a:srgbClr val="B2D2D8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ru-RU" sz="933" dirty="0">
                  <a:solidFill>
                    <a:srgbClr val="FFFFFF"/>
                  </a:solidFill>
                </a:rPr>
                <a:t>178</a:t>
              </a:r>
            </a:p>
            <a:p>
              <a:pPr algn="ctr" eaLnBrk="1" hangingPunct="1">
                <a:defRPr/>
              </a:pPr>
              <a:r>
                <a:rPr lang="ru-RU" sz="933" dirty="0">
                  <a:solidFill>
                    <a:srgbClr val="FFFFFF"/>
                  </a:solidFill>
                </a:rPr>
                <a:t>210</a:t>
              </a:r>
            </a:p>
            <a:p>
              <a:pPr algn="ctr" eaLnBrk="1" hangingPunct="1">
                <a:defRPr/>
              </a:pPr>
              <a:r>
                <a:rPr lang="ru-RU" sz="933" dirty="0">
                  <a:solidFill>
                    <a:srgbClr val="FFFFFF"/>
                  </a:solidFill>
                </a:rPr>
                <a:t>216</a:t>
              </a:r>
            </a:p>
          </p:txBody>
        </p:sp>
        <p:sp>
          <p:nvSpPr>
            <p:cNvPr id="47" name="Прямоугольник 46"/>
            <p:cNvSpPr/>
            <p:nvPr/>
          </p:nvSpPr>
          <p:spPr>
            <a:xfrm>
              <a:off x="9249089" y="2956327"/>
              <a:ext cx="377590" cy="436960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ru-RU" sz="933" dirty="0">
                  <a:solidFill>
                    <a:srgbClr val="000000"/>
                  </a:solidFill>
                </a:rPr>
                <a:t>255</a:t>
              </a:r>
            </a:p>
            <a:p>
              <a:pPr algn="ctr" eaLnBrk="1" hangingPunct="1">
                <a:defRPr/>
              </a:pPr>
              <a:r>
                <a:rPr lang="ru-RU" sz="933" dirty="0">
                  <a:solidFill>
                    <a:srgbClr val="000000"/>
                  </a:solidFill>
                </a:rPr>
                <a:t>192</a:t>
              </a:r>
            </a:p>
            <a:p>
              <a:pPr algn="ctr" eaLnBrk="1" hangingPunct="1">
                <a:defRPr/>
              </a:pPr>
              <a:r>
                <a:rPr lang="ru-RU" sz="933" dirty="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48" name="Прямоугольник 47"/>
            <p:cNvSpPr/>
            <p:nvPr/>
          </p:nvSpPr>
          <p:spPr>
            <a:xfrm>
              <a:off x="9249089" y="3393282"/>
              <a:ext cx="377590" cy="436959"/>
            </a:xfrm>
            <a:prstGeom prst="rect">
              <a:avLst/>
            </a:prstGeom>
            <a:solidFill>
              <a:srgbClr val="C0000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ru-RU" sz="933" dirty="0">
                  <a:solidFill>
                    <a:srgbClr val="FFFFFF"/>
                  </a:solidFill>
                </a:rPr>
                <a:t>192</a:t>
              </a:r>
            </a:p>
            <a:p>
              <a:pPr algn="ctr" eaLnBrk="1" hangingPunct="1">
                <a:defRPr/>
              </a:pPr>
              <a:r>
                <a:rPr lang="ru-RU" sz="933" dirty="0">
                  <a:solidFill>
                    <a:srgbClr val="FFFFFF"/>
                  </a:solidFill>
                </a:rPr>
                <a:t>0</a:t>
              </a:r>
            </a:p>
            <a:p>
              <a:pPr algn="ctr" eaLnBrk="1" hangingPunct="1">
                <a:defRPr/>
              </a:pPr>
              <a:r>
                <a:rPr lang="ru-RU" sz="933" dirty="0">
                  <a:solidFill>
                    <a:srgbClr val="FFFFFF"/>
                  </a:solidFill>
                </a:rPr>
                <a:t>0</a:t>
              </a:r>
            </a:p>
          </p:txBody>
        </p:sp>
        <p:sp>
          <p:nvSpPr>
            <p:cNvPr id="50" name="Прямоугольник 49"/>
            <p:cNvSpPr/>
            <p:nvPr/>
          </p:nvSpPr>
          <p:spPr>
            <a:xfrm>
              <a:off x="9249089" y="4267214"/>
              <a:ext cx="377590" cy="169200"/>
            </a:xfrm>
            <a:prstGeom prst="rect">
              <a:avLst/>
            </a:prstGeom>
            <a:solidFill>
              <a:srgbClr val="00000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933" dirty="0" smtClean="0">
                  <a:solidFill>
                    <a:srgbClr val="FFFFFF"/>
                  </a:solidFill>
                </a:rPr>
                <a:t>0,0,0</a:t>
              </a:r>
              <a:endParaRPr lang="ru-RU" sz="933" dirty="0">
                <a:solidFill>
                  <a:srgbClr val="FFFFFF"/>
                </a:solidFill>
              </a:endParaRPr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9249091" y="588086"/>
              <a:ext cx="377590" cy="438150"/>
            </a:xfrm>
            <a:prstGeom prst="rect">
              <a:avLst/>
            </a:prstGeom>
            <a:solidFill>
              <a:srgbClr val="00313C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933" dirty="0" smtClean="0">
                  <a:solidFill>
                    <a:schemeClr val="bg1"/>
                  </a:solidFill>
                </a:rPr>
                <a:t>0</a:t>
              </a:r>
              <a:br>
                <a:rPr lang="en-US" sz="933" dirty="0" smtClean="0">
                  <a:solidFill>
                    <a:schemeClr val="bg1"/>
                  </a:solidFill>
                </a:rPr>
              </a:br>
              <a:r>
                <a:rPr lang="ru-RU" sz="933" dirty="0" smtClean="0">
                  <a:solidFill>
                    <a:schemeClr val="bg1"/>
                  </a:solidFill>
                </a:rPr>
                <a:t>49</a:t>
              </a:r>
              <a:br>
                <a:rPr lang="ru-RU" sz="933" dirty="0" smtClean="0">
                  <a:solidFill>
                    <a:schemeClr val="bg1"/>
                  </a:solidFill>
                </a:rPr>
              </a:br>
              <a:r>
                <a:rPr lang="ru-RU" sz="933" dirty="0" smtClean="0">
                  <a:solidFill>
                    <a:schemeClr val="bg1"/>
                  </a:solidFill>
                </a:rPr>
                <a:t>60</a:t>
              </a:r>
              <a:endParaRPr lang="ru-RU" sz="933" dirty="0">
                <a:solidFill>
                  <a:schemeClr val="bg1"/>
                </a:solidFill>
              </a:endParaRPr>
            </a:p>
          </p:txBody>
        </p:sp>
        <p:sp>
          <p:nvSpPr>
            <p:cNvPr id="52" name="Прямоугольник 51"/>
            <p:cNvSpPr/>
            <p:nvPr/>
          </p:nvSpPr>
          <p:spPr>
            <a:xfrm>
              <a:off x="9249091" y="1022665"/>
              <a:ext cx="377590" cy="436960"/>
            </a:xfrm>
            <a:prstGeom prst="rect">
              <a:avLst/>
            </a:prstGeom>
            <a:solidFill>
              <a:schemeClr val="bg2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933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119</a:t>
              </a:r>
              <a:br>
                <a:rPr lang="en-US" sz="933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</a:br>
              <a:r>
                <a:rPr lang="en-US" sz="933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226</a:t>
              </a:r>
              <a:br>
                <a:rPr lang="en-US" sz="933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</a:br>
              <a:r>
                <a:rPr lang="en-US" sz="933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195</a:t>
              </a:r>
              <a:endParaRPr lang="ru-RU" sz="933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3" name="Прямоугольник 52"/>
            <p:cNvSpPr/>
            <p:nvPr/>
          </p:nvSpPr>
          <p:spPr>
            <a:xfrm>
              <a:off x="9249091" y="3830257"/>
              <a:ext cx="377590" cy="436960"/>
            </a:xfrm>
            <a:prstGeom prst="rect">
              <a:avLst/>
            </a:prstGeom>
            <a:solidFill>
              <a:srgbClr val="2D3287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933" dirty="0" smtClean="0">
                  <a:solidFill>
                    <a:schemeClr val="bg1"/>
                  </a:solidFill>
                </a:rPr>
                <a:t>45</a:t>
              </a:r>
              <a:endParaRPr lang="ru-RU" sz="933" dirty="0">
                <a:solidFill>
                  <a:schemeClr val="bg1"/>
                </a:solidFill>
              </a:endParaRPr>
            </a:p>
            <a:p>
              <a:pPr algn="ctr" eaLnBrk="1" hangingPunct="1">
                <a:defRPr/>
              </a:pPr>
              <a:r>
                <a:rPr lang="en-US" sz="933" dirty="0" smtClean="0">
                  <a:solidFill>
                    <a:schemeClr val="bg1"/>
                  </a:solidFill>
                </a:rPr>
                <a:t>50</a:t>
              </a:r>
              <a:endParaRPr lang="ru-RU" sz="933" dirty="0">
                <a:solidFill>
                  <a:schemeClr val="bg1"/>
                </a:solidFill>
              </a:endParaRPr>
            </a:p>
            <a:p>
              <a:pPr algn="ctr" eaLnBrk="1" hangingPunct="1">
                <a:defRPr/>
              </a:pPr>
              <a:r>
                <a:rPr lang="en-US" sz="933" dirty="0" smtClean="0">
                  <a:solidFill>
                    <a:schemeClr val="bg1"/>
                  </a:solidFill>
                </a:rPr>
                <a:t>135</a:t>
              </a:r>
              <a:endParaRPr lang="ru-RU" sz="933" dirty="0">
                <a:solidFill>
                  <a:schemeClr val="bg1"/>
                </a:solidFill>
              </a:endParaRPr>
            </a:p>
          </p:txBody>
        </p:sp>
        <p:sp>
          <p:nvSpPr>
            <p:cNvPr id="54" name="Прямоугольник 53"/>
            <p:cNvSpPr/>
            <p:nvPr/>
          </p:nvSpPr>
          <p:spPr>
            <a:xfrm>
              <a:off x="9249091" y="1466152"/>
              <a:ext cx="377590" cy="43815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933" dirty="0" smtClean="0">
                  <a:solidFill>
                    <a:srgbClr val="000000"/>
                  </a:solidFill>
                </a:rPr>
                <a:t>255</a:t>
              </a:r>
              <a:endParaRPr lang="ru-RU" sz="933" dirty="0">
                <a:solidFill>
                  <a:srgbClr val="000000"/>
                </a:solidFill>
              </a:endParaRPr>
            </a:p>
            <a:p>
              <a:pPr algn="ctr" eaLnBrk="1" hangingPunct="1">
                <a:defRPr/>
              </a:pPr>
              <a:r>
                <a:rPr lang="en-US" sz="933" dirty="0" smtClean="0">
                  <a:solidFill>
                    <a:srgbClr val="000000"/>
                  </a:solidFill>
                </a:rPr>
                <a:t>255</a:t>
              </a:r>
              <a:endParaRPr lang="ru-RU" sz="933" dirty="0">
                <a:solidFill>
                  <a:srgbClr val="000000"/>
                </a:solidFill>
              </a:endParaRPr>
            </a:p>
            <a:p>
              <a:pPr algn="ctr" eaLnBrk="1" hangingPunct="1">
                <a:defRPr/>
              </a:pPr>
              <a:r>
                <a:rPr lang="en-US" sz="933" dirty="0" smtClean="0">
                  <a:solidFill>
                    <a:srgbClr val="000000"/>
                  </a:solidFill>
                </a:rPr>
                <a:t>255</a:t>
              </a:r>
              <a:endParaRPr lang="ru-RU" sz="933" dirty="0">
                <a:solidFill>
                  <a:srgbClr val="000000"/>
                </a:solidFill>
              </a:endParaRPr>
            </a:p>
          </p:txBody>
        </p:sp>
        <p:sp>
          <p:nvSpPr>
            <p:cNvPr id="55" name="Прямоугольник 54"/>
            <p:cNvSpPr/>
            <p:nvPr/>
          </p:nvSpPr>
          <p:spPr>
            <a:xfrm>
              <a:off x="9249091" y="2519364"/>
              <a:ext cx="377590" cy="436959"/>
            </a:xfrm>
            <a:prstGeom prst="rect">
              <a:avLst/>
            </a:prstGeom>
            <a:solidFill>
              <a:srgbClr val="FABE19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933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250</a:t>
              </a:r>
              <a:endParaRPr lang="ru-RU" sz="933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 eaLnBrk="1" hangingPunct="1">
                <a:defRPr/>
              </a:pPr>
              <a:r>
                <a:rPr lang="en-US" sz="933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190</a:t>
              </a:r>
              <a:endParaRPr lang="ru-RU" sz="933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 eaLnBrk="1" hangingPunct="1">
                <a:defRPr/>
              </a:pPr>
              <a:r>
                <a:rPr lang="en-US" sz="933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25</a:t>
              </a:r>
              <a:endParaRPr lang="ru-RU" sz="933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6" name="Прямоугольник 55"/>
            <p:cNvSpPr/>
            <p:nvPr/>
          </p:nvSpPr>
          <p:spPr>
            <a:xfrm>
              <a:off x="9249091" y="2956327"/>
              <a:ext cx="377590" cy="436960"/>
            </a:xfrm>
            <a:prstGeom prst="rect">
              <a:avLst/>
            </a:prstGeom>
            <a:solidFill>
              <a:srgbClr val="008CFA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933" dirty="0" smtClean="0">
                  <a:solidFill>
                    <a:schemeClr val="bg1"/>
                  </a:solidFill>
                </a:rPr>
                <a:t>0</a:t>
              </a:r>
              <a:endParaRPr lang="ru-RU" sz="933" dirty="0">
                <a:solidFill>
                  <a:schemeClr val="bg1"/>
                </a:solidFill>
              </a:endParaRPr>
            </a:p>
            <a:p>
              <a:pPr algn="ctr" eaLnBrk="1" hangingPunct="1">
                <a:defRPr/>
              </a:pPr>
              <a:r>
                <a:rPr lang="ru-RU" sz="933" dirty="0" smtClean="0">
                  <a:solidFill>
                    <a:schemeClr val="bg1"/>
                  </a:solidFill>
                </a:rPr>
                <a:t>1</a:t>
              </a:r>
              <a:r>
                <a:rPr lang="en-US" sz="933" dirty="0" smtClean="0">
                  <a:solidFill>
                    <a:schemeClr val="bg1"/>
                  </a:solidFill>
                </a:rPr>
                <a:t>40</a:t>
              </a:r>
              <a:endParaRPr lang="ru-RU" sz="933" dirty="0">
                <a:solidFill>
                  <a:schemeClr val="bg1"/>
                </a:solidFill>
              </a:endParaRPr>
            </a:p>
            <a:p>
              <a:pPr algn="ctr" eaLnBrk="1" hangingPunct="1">
                <a:defRPr/>
              </a:pPr>
              <a:r>
                <a:rPr lang="en-US" sz="933" dirty="0" smtClean="0">
                  <a:solidFill>
                    <a:schemeClr val="bg1"/>
                  </a:solidFill>
                </a:rPr>
                <a:t>250</a:t>
              </a:r>
              <a:endParaRPr lang="ru-RU" sz="933" dirty="0">
                <a:solidFill>
                  <a:schemeClr val="bg1"/>
                </a:solidFill>
              </a:endParaRPr>
            </a:p>
          </p:txBody>
        </p:sp>
        <p:sp>
          <p:nvSpPr>
            <p:cNvPr id="57" name="Прямоугольник 56"/>
            <p:cNvSpPr/>
            <p:nvPr/>
          </p:nvSpPr>
          <p:spPr>
            <a:xfrm>
              <a:off x="9249091" y="3393282"/>
              <a:ext cx="377590" cy="436959"/>
            </a:xfrm>
            <a:prstGeom prst="rect">
              <a:avLst/>
            </a:prstGeom>
            <a:solidFill>
              <a:srgbClr val="FA786E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933" dirty="0" smtClean="0">
                  <a:solidFill>
                    <a:srgbClr val="FFFFFF"/>
                  </a:solidFill>
                </a:rPr>
                <a:t>250</a:t>
              </a:r>
              <a:endParaRPr lang="ru-RU" sz="933" dirty="0">
                <a:solidFill>
                  <a:srgbClr val="FFFFFF"/>
                </a:solidFill>
              </a:endParaRPr>
            </a:p>
            <a:p>
              <a:pPr algn="ctr" eaLnBrk="1" hangingPunct="1">
                <a:defRPr/>
              </a:pPr>
              <a:r>
                <a:rPr lang="en-US" sz="933" dirty="0" smtClean="0">
                  <a:solidFill>
                    <a:srgbClr val="FFFFFF"/>
                  </a:solidFill>
                </a:rPr>
                <a:t>120</a:t>
              </a:r>
              <a:endParaRPr lang="ru-RU" sz="933" dirty="0">
                <a:solidFill>
                  <a:srgbClr val="FFFFFF"/>
                </a:solidFill>
              </a:endParaRPr>
            </a:p>
            <a:p>
              <a:pPr algn="ctr" eaLnBrk="1" hangingPunct="1">
                <a:defRPr/>
              </a:pPr>
              <a:r>
                <a:rPr lang="en-US" sz="933" dirty="0" smtClean="0">
                  <a:solidFill>
                    <a:srgbClr val="FFFFFF"/>
                  </a:solidFill>
                </a:rPr>
                <a:t>110</a:t>
              </a:r>
              <a:endParaRPr lang="ru-RU" sz="933" dirty="0">
                <a:solidFill>
                  <a:srgbClr val="FFFFFF"/>
                </a:solidFill>
              </a:endParaRPr>
            </a:p>
          </p:txBody>
        </p:sp>
        <p:sp>
          <p:nvSpPr>
            <p:cNvPr id="59" name="Прямоугольник 58"/>
            <p:cNvSpPr/>
            <p:nvPr/>
          </p:nvSpPr>
          <p:spPr>
            <a:xfrm>
              <a:off x="9249091" y="1916373"/>
              <a:ext cx="377590" cy="438150"/>
            </a:xfrm>
            <a:prstGeom prst="rect">
              <a:avLst/>
            </a:prstGeom>
            <a:solidFill>
              <a:schemeClr val="accent6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7903" tIns="38952" rIns="77903" bIns="38952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933" dirty="0" smtClean="0">
                  <a:solidFill>
                    <a:srgbClr val="FFFFFF"/>
                  </a:solidFill>
                </a:rPr>
                <a:t>224</a:t>
              </a:r>
              <a:br>
                <a:rPr lang="en-US" sz="933" dirty="0" smtClean="0">
                  <a:solidFill>
                    <a:srgbClr val="FFFFFF"/>
                  </a:solidFill>
                </a:rPr>
              </a:br>
              <a:r>
                <a:rPr lang="en-US" sz="933" dirty="0" smtClean="0">
                  <a:solidFill>
                    <a:srgbClr val="FFFFFF"/>
                  </a:solidFill>
                </a:rPr>
                <a:t>78</a:t>
              </a:r>
              <a:br>
                <a:rPr lang="en-US" sz="933" dirty="0" smtClean="0">
                  <a:solidFill>
                    <a:srgbClr val="FFFFFF"/>
                  </a:solidFill>
                </a:rPr>
              </a:br>
              <a:r>
                <a:rPr lang="en-US" sz="933" dirty="0" smtClean="0">
                  <a:solidFill>
                    <a:srgbClr val="FFFFFF"/>
                  </a:solidFill>
                </a:rPr>
                <a:t>57</a:t>
              </a:r>
              <a:endParaRPr lang="ru-RU" sz="933" dirty="0">
                <a:solidFill>
                  <a:srgbClr val="FFFFFF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01894" y="-42611"/>
              <a:ext cx="623008" cy="1924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67" dirty="0" smtClean="0"/>
                <a:t>Основные</a:t>
              </a:r>
              <a:endParaRPr lang="ru-RU" sz="1067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101894" y="2320575"/>
              <a:ext cx="621805" cy="1924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67" dirty="0" err="1" smtClean="0"/>
                <a:t>Доп.цвета</a:t>
              </a:r>
              <a:endParaRPr lang="ru-RU" sz="1067" dirty="0"/>
            </a:p>
          </p:txBody>
        </p:sp>
        <p:sp>
          <p:nvSpPr>
            <p:cNvPr id="31" name="Прямоугольник 30"/>
            <p:cNvSpPr/>
            <p:nvPr/>
          </p:nvSpPr>
          <p:spPr>
            <a:xfrm>
              <a:off x="9249088" y="4436414"/>
              <a:ext cx="377591" cy="169200"/>
            </a:xfrm>
            <a:prstGeom prst="rect">
              <a:avLst/>
            </a:prstGeom>
            <a:solidFill>
              <a:srgbClr val="4D4D4D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800" dirty="0" smtClean="0">
                  <a:solidFill>
                    <a:srgbClr val="FFFFFF"/>
                  </a:solidFill>
                </a:rPr>
                <a:t>70%</a:t>
              </a:r>
              <a:endParaRPr lang="ru-RU" sz="800" dirty="0">
                <a:solidFill>
                  <a:srgbClr val="FFFFFF"/>
                </a:solidFill>
              </a:endParaRPr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9249087" y="4605611"/>
              <a:ext cx="377593" cy="169200"/>
            </a:xfrm>
            <a:prstGeom prst="rect">
              <a:avLst/>
            </a:prstGeom>
            <a:solidFill>
              <a:srgbClr val="7F7F7F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800" dirty="0" smtClean="0">
                  <a:solidFill>
                    <a:srgbClr val="FFFFFF"/>
                  </a:solidFill>
                </a:rPr>
                <a:t>50%</a:t>
              </a:r>
              <a:endParaRPr lang="ru-RU" sz="800" dirty="0">
                <a:solidFill>
                  <a:srgbClr val="FFFFFF"/>
                </a:solidFill>
              </a:endParaRPr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9249088" y="4774808"/>
              <a:ext cx="377591" cy="169200"/>
            </a:xfrm>
            <a:prstGeom prst="rect">
              <a:avLst/>
            </a:prstGeom>
            <a:solidFill>
              <a:srgbClr val="B2B2B2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800" dirty="0" smtClean="0">
                  <a:solidFill>
                    <a:srgbClr val="FFFFFF"/>
                  </a:solidFill>
                </a:rPr>
                <a:t>30%</a:t>
              </a:r>
              <a:endParaRPr lang="ru-RU" sz="800" dirty="0">
                <a:solidFill>
                  <a:srgbClr val="FFFFFF"/>
                </a:solidFill>
              </a:endParaRPr>
            </a:p>
          </p:txBody>
        </p:sp>
        <p:sp>
          <p:nvSpPr>
            <p:cNvPr id="40" name="Прямоугольник 39"/>
            <p:cNvSpPr/>
            <p:nvPr/>
          </p:nvSpPr>
          <p:spPr>
            <a:xfrm>
              <a:off x="9249087" y="4944005"/>
              <a:ext cx="377593" cy="169200"/>
            </a:xfrm>
            <a:prstGeom prst="rect">
              <a:avLst/>
            </a:prstGeom>
            <a:solidFill>
              <a:srgbClr val="E5E5E5"/>
            </a:solidFill>
            <a:ln w="3175">
              <a:solidFill>
                <a:srgbClr val="B2B2B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defPPr>
                <a:defRPr lang="ru-RU"/>
              </a:defPPr>
              <a:lvl1pPr marL="0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8958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79163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68745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58326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47908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37489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27071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16652" algn="l" defTabSz="779163" rtl="0" eaLnBrk="1" latinLnBrk="0" hangingPunct="1">
                <a:defRPr sz="15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US" sz="800" dirty="0" smtClean="0">
                  <a:solidFill>
                    <a:schemeClr val="tx1"/>
                  </a:solidFill>
                </a:rPr>
                <a:t>10%</a:t>
              </a:r>
              <a:endParaRPr lang="ru-RU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Текст 6"/>
          <p:cNvSpPr>
            <a:spLocks noGrp="1"/>
          </p:cNvSpPr>
          <p:nvPr>
            <p:ph type="body" idx="1"/>
          </p:nvPr>
        </p:nvSpPr>
        <p:spPr>
          <a:xfrm>
            <a:off x="478367" y="1509184"/>
            <a:ext cx="11235267" cy="4559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4" name="Прямоугольник 43" hidden="1"/>
          <p:cNvSpPr/>
          <p:nvPr userDrawn="1">
            <p:custDataLst>
              <p:tags r:id="rId35"/>
            </p:custDataLst>
          </p:nvPr>
        </p:nvSpPr>
        <p:spPr bwMode="auto">
          <a:xfrm>
            <a:off x="0" y="1"/>
            <a:ext cx="211667" cy="21166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9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45" name="Рисунок 44"/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7647" y="6377659"/>
            <a:ext cx="1015987" cy="1920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1082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lang="ru-RU" sz="2667" b="1" smtClean="0">
          <a:solidFill>
            <a:srgbClr val="008C95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</a:defRPr>
      </a:lvl5pPr>
      <a:lvl6pPr marL="519332" algn="l" rtl="0" eaLnBrk="1" fontAlgn="base" hangingPunct="1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038669" algn="l" rtl="0" eaLnBrk="1" fontAlgn="base" hangingPunct="1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1558002" algn="l" rtl="0" eaLnBrk="1" fontAlgn="base" hangingPunct="1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077337" algn="l" rtl="0" eaLnBrk="1" fontAlgn="base" hangingPunct="1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ts val="0"/>
        </a:spcBef>
        <a:spcAft>
          <a:spcPts val="0"/>
        </a:spcAft>
        <a:buClr>
          <a:schemeClr val="tx2"/>
        </a:buClr>
        <a:buFont typeface="Wingdings" charset="2"/>
        <a:buNone/>
        <a:defRPr sz="1867" b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1600" b="0">
          <a:solidFill>
            <a:schemeClr val="tx2"/>
          </a:solidFill>
          <a:latin typeface="+mn-lt"/>
        </a:defRPr>
      </a:lvl2pPr>
      <a:lvl3pPr marL="0" indent="0" algn="l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1333">
          <a:solidFill>
            <a:schemeClr val="tx2"/>
          </a:solidFill>
          <a:latin typeface="+mn-lt"/>
        </a:defRPr>
      </a:lvl3pPr>
      <a:lvl4pPr marL="0" indent="0" algn="l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1200">
          <a:solidFill>
            <a:schemeClr val="tx2"/>
          </a:solidFill>
          <a:latin typeface="+mn-lt"/>
        </a:defRPr>
      </a:lvl4pPr>
      <a:lvl5pPr marL="0" indent="0" algn="l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1067">
          <a:solidFill>
            <a:schemeClr val="tx2"/>
          </a:solidFill>
          <a:latin typeface="+mn-lt"/>
        </a:defRPr>
      </a:lvl5pPr>
      <a:lvl6pPr marL="2335202" indent="-358847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333">
          <a:solidFill>
            <a:schemeClr val="tx1"/>
          </a:solidFill>
          <a:latin typeface="+mn-lt"/>
        </a:defRPr>
      </a:lvl6pPr>
      <a:lvl7pPr marL="2854537" indent="-358847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333">
          <a:solidFill>
            <a:schemeClr val="tx1"/>
          </a:solidFill>
          <a:latin typeface="+mn-lt"/>
        </a:defRPr>
      </a:lvl7pPr>
      <a:lvl8pPr marL="3373870" indent="-358847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333">
          <a:solidFill>
            <a:schemeClr val="tx1"/>
          </a:solidFill>
          <a:latin typeface="+mn-lt"/>
        </a:defRPr>
      </a:lvl8pPr>
      <a:lvl9pPr marL="3893204" indent="-358847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333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1038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9332" algn="l" defTabSz="1038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8669" algn="l" defTabSz="1038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58002" algn="l" defTabSz="1038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7337" algn="l" defTabSz="1038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96671" algn="l" defTabSz="1038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116009" algn="l" defTabSz="1038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35340" algn="l" defTabSz="1038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54675" algn="l" defTabSz="1038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5" orient="horz" pos="214">
          <p15:clr>
            <a:srgbClr val="F26B43"/>
          </p15:clr>
        </p15:guide>
        <p15:guide id="16" pos="226">
          <p15:clr>
            <a:srgbClr val="F26B43"/>
          </p15:clr>
        </p15:guide>
        <p15:guide id="17" orient="horz" pos="2867">
          <p15:clr>
            <a:srgbClr val="F26B43"/>
          </p15:clr>
        </p15:guide>
        <p15:guide id="18" pos="5534">
          <p15:clr>
            <a:srgbClr val="F26B43"/>
          </p15:clr>
        </p15:guide>
        <p15:guide id="19" orient="horz" pos="645">
          <p15:clr>
            <a:srgbClr val="F26B43"/>
          </p15:clr>
        </p15:guide>
        <p15:guide id="20" orient="horz" pos="713">
          <p15:clr>
            <a:srgbClr val="F26B43"/>
          </p15:clr>
        </p15:guide>
        <p15:guide id="21" pos="3840">
          <p15:clr>
            <a:srgbClr val="F26B43"/>
          </p15:clr>
        </p15:guide>
        <p15:guide id="22" pos="1920">
          <p15:clr>
            <a:srgbClr val="F26B43"/>
          </p15:clr>
        </p15:guide>
        <p15:guide id="23" pos="4800">
          <p15:clr>
            <a:srgbClr val="F26B43"/>
          </p15:clr>
        </p15:guide>
        <p15:guide id="24" pos="960">
          <p15:clr>
            <a:srgbClr val="F26B43"/>
          </p15:clr>
        </p15:guide>
        <p15:guide id="25" pos="2880">
          <p15:clr>
            <a:srgbClr val="F26B43"/>
          </p15:clr>
        </p15:guide>
        <p15:guide id="26" orient="horz" pos="957">
          <p15:clr>
            <a:srgbClr val="F26B43"/>
          </p15:clr>
        </p15:guide>
        <p15:guide id="27" orient="horz" pos="1914">
          <p15:clr>
            <a:srgbClr val="F26B43"/>
          </p15:clr>
        </p15:guide>
        <p15:guide id="28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8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6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gromykhalovaev@tobolsk.sibur.ru" TargetMode="External"/><Relationship Id="rId2" Type="http://schemas.openxmlformats.org/officeDocument/2006/relationships/hyperlink" Target="mailto:kadnikovaai@tobolsk.sibur.ru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mailto:egorovaog@tobolsk.sibur.ru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60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7" name="Слайд think-cell" r:id="rId4" imgW="530" imgH="531" progId="TCLayout.ActiveDocument.1">
                  <p:embed/>
                </p:oleObj>
              </mc:Choice>
              <mc:Fallback>
                <p:oleObj name="Слайд think-cell" r:id="rId4" imgW="530" imgH="531" progId="TCLayout.ActiveDocument.1">
                  <p:embed/>
                  <p:pic>
                    <p:nvPicPr>
                      <p:cNvPr id="10" name="Объект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430784" y="406400"/>
            <a:ext cx="5260332" cy="2744509"/>
          </a:xfrm>
        </p:spPr>
        <p:txBody>
          <a:bodyPr vert="horz">
            <a:noAutofit/>
          </a:bodyPr>
          <a:lstStyle/>
          <a:p>
            <a:pPr marL="12700" marR="5080" lvl="0">
              <a:buSzPts val="2500"/>
            </a:pPr>
            <a:r>
              <a:rPr lang="ru-RU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Порядок оформления финального комплекта </a:t>
            </a:r>
            <a:r>
              <a:rPr lang="ru-RU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документации Поставщика </a:t>
            </a:r>
            <a:r>
              <a:rPr lang="ru-RU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бумажном </a:t>
            </a:r>
            <a:r>
              <a:rPr lang="ru-RU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носителе</a:t>
            </a:r>
            <a:r>
              <a:rPr lang="ru-RU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br>
              <a:rPr lang="ru-RU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Проект </a:t>
            </a:r>
            <a:r>
              <a:rPr lang="ru-RU" sz="36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ДГП-2</a:t>
            </a:r>
            <a:endParaRPr lang="ru-RU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1"/>
          </p:nvPr>
        </p:nvSpPr>
        <p:spPr>
          <a:xfrm>
            <a:off x="285751" y="5895975"/>
            <a:ext cx="9169824" cy="729172"/>
          </a:xfrm>
        </p:spPr>
        <p:txBody>
          <a:bodyPr/>
          <a:lstStyle/>
          <a:p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Тобольск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 г.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237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92014" y="164554"/>
            <a:ext cx="11282849" cy="588682"/>
          </a:xfrm>
        </p:spPr>
        <p:txBody>
          <a:bodyPr>
            <a:noAutofit/>
          </a:bodyPr>
          <a:lstStyle/>
          <a:p>
            <a:pPr marL="12700" algn="ctr">
              <a:buSzPts val="1600"/>
            </a:pPr>
            <a:r>
              <a:rPr lang="ru-RU" sz="2000" u="sng" dirty="0"/>
              <a:t>ТРЕБОВАНИЯ К </a:t>
            </a:r>
            <a:r>
              <a:rPr lang="ru-RU" sz="2000" u="sng" dirty="0" smtClean="0"/>
              <a:t>ОФОРМЛЕНИЮ И ПРЕДОСТАВЛЕНИЮ </a:t>
            </a:r>
            <a:r>
              <a:rPr lang="ru-RU" sz="2000" u="sng" dirty="0"/>
              <a:t>ФИНАЛЬНОГО КОМПЛЕКТА ДОКУМЕНТАЦИИ </a:t>
            </a:r>
            <a:r>
              <a:rPr lang="ru-RU" sz="2000" u="sng" dirty="0" smtClean="0"/>
              <a:t>ПОСТАВЩИКА</a:t>
            </a:r>
            <a:endParaRPr lang="ru-RU" sz="2000" u="sng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05820" y="753236"/>
            <a:ext cx="8076313" cy="6104764"/>
          </a:xfrm>
        </p:spPr>
        <p:txBody>
          <a:bodyPr/>
          <a:lstStyle/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Оригинал документа на бумажном носителе должен быть точной копией электронной версии документа,  загруженной в СТДО в финальной ревизии с причиной выпуска</a:t>
            </a:r>
            <a:r>
              <a:rPr lang="ru-RU" sz="1200" dirty="0"/>
              <a:t> </a:t>
            </a:r>
            <a:r>
              <a:rPr lang="ru-RU" sz="1200" dirty="0" smtClean="0"/>
              <a:t>CEF, которая </a:t>
            </a:r>
            <a:r>
              <a:rPr lang="ru-RU" sz="1200" dirty="0"/>
              <a:t>означает, </a:t>
            </a:r>
            <a:r>
              <a:rPr lang="ru-RU" sz="1200" dirty="0" smtClean="0"/>
              <a:t/>
            </a:r>
            <a:br>
              <a:rPr lang="ru-RU" sz="1200" dirty="0" smtClean="0"/>
            </a:br>
            <a:r>
              <a:rPr lang="ru-RU" sz="1200" dirty="0" smtClean="0"/>
              <a:t>что </a:t>
            </a:r>
            <a:r>
              <a:rPr lang="ru-RU" sz="1200" dirty="0"/>
              <a:t>документация проверена и утверждена Заказчиком для </a:t>
            </a:r>
            <a:r>
              <a:rPr lang="ru-RU" sz="1200" dirty="0" smtClean="0"/>
              <a:t>поставки оборудования и </a:t>
            </a:r>
            <a:r>
              <a:rPr lang="ru-RU" sz="1200" dirty="0"/>
              <a:t>материалов. </a:t>
            </a:r>
            <a:r>
              <a:rPr lang="ru-RU" sz="1200" dirty="0" smtClean="0"/>
              <a:t/>
            </a:r>
            <a:br>
              <a:rPr lang="ru-RU" sz="1200" dirty="0" smtClean="0"/>
            </a:br>
            <a:r>
              <a:rPr lang="ru-RU" sz="1200" dirty="0" smtClean="0"/>
              <a:t>В случае загрузки в СТДО цветной электронной версии </a:t>
            </a:r>
            <a:r>
              <a:rPr lang="ru-RU" sz="1200" dirty="0"/>
              <a:t>документа </a:t>
            </a:r>
            <a:r>
              <a:rPr lang="ru-RU" sz="1200" dirty="0" smtClean="0"/>
              <a:t>бумажная </a:t>
            </a:r>
            <a:r>
              <a:rPr lang="ru-RU" sz="1200" dirty="0"/>
              <a:t>версия </a:t>
            </a:r>
            <a:r>
              <a:rPr lang="ru-RU" sz="1200" dirty="0" smtClean="0"/>
              <a:t>должна </a:t>
            </a:r>
            <a:r>
              <a:rPr lang="ru-RU" sz="1200" dirty="0"/>
              <a:t>быть </a:t>
            </a:r>
            <a:r>
              <a:rPr lang="ru-RU" sz="1200" dirty="0" smtClean="0"/>
              <a:t>предоставлена в цветном исполнении; наличие подписей, нумерация страниц и т.д. в обоих версиях документов должны быть идентичными.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>
                <a:sym typeface="Arial"/>
              </a:rPr>
              <a:t>Поставщик </a:t>
            </a:r>
            <a:r>
              <a:rPr lang="ru-RU" sz="1200" dirty="0">
                <a:sym typeface="Arial"/>
              </a:rPr>
              <a:t>предоставляет </a:t>
            </a:r>
            <a:r>
              <a:rPr lang="ru-RU" sz="1200" dirty="0" smtClean="0">
                <a:sym typeface="Arial"/>
              </a:rPr>
              <a:t>необходимое количество экземпляров финального комплекта </a:t>
            </a:r>
            <a:r>
              <a:rPr lang="ru-RU" sz="1200" dirty="0">
                <a:sym typeface="Arial"/>
              </a:rPr>
              <a:t>документации </a:t>
            </a:r>
            <a:r>
              <a:rPr lang="ru-RU" sz="1200" dirty="0" smtClean="0">
                <a:sym typeface="Arial"/>
              </a:rPr>
              <a:t/>
            </a:r>
            <a:br>
              <a:rPr lang="ru-RU" sz="1200" dirty="0" smtClean="0">
                <a:sym typeface="Arial"/>
              </a:rPr>
            </a:br>
            <a:r>
              <a:rPr lang="ru-RU" sz="1200" dirty="0" smtClean="0">
                <a:sym typeface="Arial"/>
              </a:rPr>
              <a:t>в соответствии с утвержденным перечнем (см. слайд 5).</a:t>
            </a:r>
            <a:endParaRPr lang="ru-RU" sz="1200" dirty="0" smtClean="0"/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Сертификаты/паспорта </a:t>
            </a:r>
            <a:r>
              <a:rPr lang="ru-RU" sz="1200" dirty="0"/>
              <a:t>качества, </a:t>
            </a:r>
            <a:r>
              <a:rPr lang="ru-RU" sz="1200" dirty="0" smtClean="0"/>
              <a:t>руководства </a:t>
            </a:r>
            <a:r>
              <a:rPr lang="ru-RU" sz="1200" dirty="0"/>
              <a:t>по эксплуатации, техническому обслуживанию и ремонту, т</a:t>
            </a:r>
            <a:r>
              <a:rPr lang="ru-RU" sz="1200" dirty="0" smtClean="0"/>
              <a:t>ехнические </a:t>
            </a:r>
            <a:r>
              <a:rPr lang="ru-RU" sz="1200" dirty="0"/>
              <a:t>паспорта должны быть предоставлены </a:t>
            </a:r>
            <a:r>
              <a:rPr lang="ru-RU" sz="1200" dirty="0" smtClean="0"/>
              <a:t>в оригинале (см. слайд 5). В случае, если сертификат/паспорт качества был выпущен на партию материала, допускается предоставление документа в </a:t>
            </a:r>
            <a:r>
              <a:rPr lang="ru-RU" sz="1200" dirty="0"/>
              <a:t>виде </a:t>
            </a:r>
            <a:r>
              <a:rPr lang="ru-RU" sz="1200" dirty="0" smtClean="0"/>
              <a:t>заверенной копии. Технический паспорт – только </a:t>
            </a:r>
            <a:r>
              <a:rPr lang="ru-RU" sz="1200" u="sng" dirty="0" smtClean="0"/>
              <a:t>оригинал</a:t>
            </a:r>
            <a:r>
              <a:rPr lang="ru-RU" sz="1200" dirty="0" smtClean="0"/>
              <a:t> с «живыми» подписями и мокрыми печатями. Документ, подлежащий передаче на бумажном носителе, должен являться оригиналом, с которого снимали скан-версию для загрузки в СТДО, не распечатанной цветной копией.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Копии </a:t>
            </a:r>
            <a:r>
              <a:rPr lang="ru-RU" sz="1200" dirty="0"/>
              <a:t>документов должны быть </a:t>
            </a:r>
            <a:r>
              <a:rPr lang="ru-RU" sz="1200" dirty="0" smtClean="0"/>
              <a:t>заверены и оформлены следующим образом: заверяется каждая страница документа или первая страница сшитого комплекта надписью «Копия </a:t>
            </a:r>
            <a:r>
              <a:rPr lang="ru-RU" sz="1200" dirty="0"/>
              <a:t>верна», </a:t>
            </a:r>
            <a:r>
              <a:rPr lang="ru-RU" sz="1200" dirty="0" smtClean="0"/>
              <a:t>печатью </a:t>
            </a:r>
            <a:r>
              <a:rPr lang="ru-RU" sz="1200" dirty="0"/>
              <a:t>организации</a:t>
            </a:r>
            <a:r>
              <a:rPr lang="ru-RU" sz="1200" dirty="0" smtClean="0"/>
              <a:t>, подписью, расшифровкой подписи и должностью  уполномоченного должностного лица,  указывается дата выдачи копии, отметкой о нахождении подлинного документа. Заверять документ имеет право </a:t>
            </a:r>
            <a:r>
              <a:rPr lang="ru-RU" sz="1200" u="sng" dirty="0" smtClean="0"/>
              <a:t>только держатель оригинала.</a:t>
            </a:r>
            <a:r>
              <a:rPr lang="ru-RU" sz="1200" dirty="0" smtClean="0"/>
              <a:t>  Печать </a:t>
            </a:r>
            <a:r>
              <a:rPr lang="ru-RU" sz="1200" dirty="0"/>
              <a:t>документации – цветная. Допускается двусторонняя </a:t>
            </a:r>
            <a:r>
              <a:rPr lang="ru-RU" sz="1200" dirty="0" smtClean="0"/>
              <a:t>печать. При заверении нескольких листов одного документа необходимо прошить  все листы, концы нитей вывести на оборот последнего листа копии, в месте скрепления приклеить бумажную наклейку  </a:t>
            </a:r>
            <a:br>
              <a:rPr lang="ru-RU" sz="1200" dirty="0" smtClean="0"/>
            </a:br>
            <a:r>
              <a:rPr lang="ru-RU" sz="1200" dirty="0" smtClean="0"/>
              <a:t>в виде прямоугольника размером 40х60 мм, оставив концы прошивных нитей. </a:t>
            </a:r>
            <a:r>
              <a:rPr lang="ru-RU" sz="1200" dirty="0" err="1" smtClean="0"/>
              <a:t>Заверительную</a:t>
            </a:r>
            <a:r>
              <a:rPr lang="ru-RU" sz="1200" dirty="0" smtClean="0"/>
              <a:t> надпись «Прошито и пронумеровано …. л.» опечатать печатью организации, поставить подпись  уполномоченного лица, расшифровку подписи, дату заверения. Печать должна частично захватывать бумажную наклейку, подпись и ФИО сотрудника, заверившего документ.    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Стандартная </a:t>
            </a:r>
            <a:r>
              <a:rPr lang="ru-RU" sz="1200" dirty="0"/>
              <a:t>папка должна быть </a:t>
            </a:r>
            <a:r>
              <a:rPr lang="ru-RU" sz="1200" dirty="0" smtClean="0"/>
              <a:t>нейтрального цвета (белый, черный, серый, синий), изготовленная </a:t>
            </a:r>
            <a:br>
              <a:rPr lang="ru-RU" sz="1200" dirty="0" smtClean="0"/>
            </a:br>
            <a:r>
              <a:rPr lang="ru-RU" sz="1200" dirty="0" smtClean="0"/>
              <a:t>из </a:t>
            </a:r>
            <a:r>
              <a:rPr lang="ru-RU" sz="1200" dirty="0"/>
              <a:t>жесткого </a:t>
            </a:r>
            <a:r>
              <a:rPr lang="ru-RU" sz="1200" dirty="0" smtClean="0"/>
              <a:t>картона/пластика, </a:t>
            </a:r>
            <a:r>
              <a:rPr lang="ru-RU" sz="1200" dirty="0"/>
              <a:t>на 4 </a:t>
            </a:r>
            <a:r>
              <a:rPr lang="ru-RU" sz="1200" dirty="0" smtClean="0"/>
              <a:t>кольцах, </a:t>
            </a:r>
            <a:r>
              <a:rPr lang="ru-RU" sz="1200" dirty="0"/>
              <a:t>с максимальной шириной корешка </a:t>
            </a:r>
            <a:r>
              <a:rPr lang="ru-RU" sz="1200" dirty="0" smtClean="0"/>
              <a:t>7 </a:t>
            </a:r>
            <a:r>
              <a:rPr lang="ru-RU" sz="1200" dirty="0"/>
              <a:t>см.  Скоросшиватели </a:t>
            </a:r>
            <a:r>
              <a:rPr lang="ru-RU" sz="1200" dirty="0" smtClean="0"/>
              <a:t/>
            </a:r>
            <a:br>
              <a:rPr lang="ru-RU" sz="1200" dirty="0" smtClean="0"/>
            </a:br>
            <a:r>
              <a:rPr lang="ru-RU" sz="1200" dirty="0" smtClean="0"/>
              <a:t>не </a:t>
            </a:r>
            <a:r>
              <a:rPr lang="ru-RU" sz="1200" dirty="0"/>
              <a:t>должны быть переполнены, максимальное количество листов – </a:t>
            </a:r>
            <a:r>
              <a:rPr lang="ru-RU" sz="1200" dirty="0" smtClean="0"/>
              <a:t>300 </a:t>
            </a:r>
            <a:r>
              <a:rPr lang="ru-RU" sz="1200" dirty="0"/>
              <a:t>для папки </a:t>
            </a:r>
            <a:r>
              <a:rPr lang="ru-RU" sz="1200" dirty="0" smtClean="0"/>
              <a:t>7 см. Допускается </a:t>
            </a:r>
            <a:r>
              <a:rPr lang="ru-RU" sz="1200" dirty="0"/>
              <a:t>папка на 2 </a:t>
            </a:r>
            <a:r>
              <a:rPr lang="ru-RU" sz="1200" dirty="0" smtClean="0"/>
              <a:t>кольца </a:t>
            </a:r>
            <a:r>
              <a:rPr lang="ru-RU" sz="1200" dirty="0"/>
              <a:t>при условии, что количество листов в папке не более </a:t>
            </a:r>
            <a:r>
              <a:rPr lang="ru-RU" sz="1200" dirty="0" smtClean="0"/>
              <a:t>200.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Для </a:t>
            </a:r>
            <a:r>
              <a:rPr lang="ru-RU" sz="1200" dirty="0"/>
              <a:t>небольших документов допускаются жесткие папки </a:t>
            </a:r>
            <a:r>
              <a:rPr lang="ru-RU" sz="1200" dirty="0" smtClean="0"/>
              <a:t>шириной корешка 3-3,5 см.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При </a:t>
            </a:r>
            <a:r>
              <a:rPr lang="ru-RU" sz="1200" dirty="0"/>
              <a:t>брошюровке бумажной версии следует учесть, что папки должны иметь запас по вместимости </a:t>
            </a:r>
            <a:r>
              <a:rPr lang="ru-RU" sz="1200" dirty="0" smtClean="0"/>
              <a:t/>
            </a:r>
            <a:br>
              <a:rPr lang="ru-RU" sz="1200" dirty="0" smtClean="0"/>
            </a:br>
            <a:r>
              <a:rPr lang="ru-RU" sz="1200" dirty="0" smtClean="0"/>
              <a:t>в </a:t>
            </a:r>
            <a:r>
              <a:rPr lang="ru-RU" sz="1200" dirty="0"/>
              <a:t>размере не менее 8 мм для добавления дополнительной документации в будущем, если это </a:t>
            </a:r>
            <a:r>
              <a:rPr lang="ru-RU" sz="1200" dirty="0" smtClean="0"/>
              <a:t>потребуется.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Документы </a:t>
            </a:r>
            <a:r>
              <a:rPr lang="ru-RU" sz="1200" dirty="0"/>
              <a:t>в папке должны выделяться цветными </a:t>
            </a:r>
            <a:r>
              <a:rPr lang="ru-RU" sz="1200" dirty="0" smtClean="0"/>
              <a:t>закладками (разделителями).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ru-RU" sz="13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911" y="4953242"/>
            <a:ext cx="1314668" cy="1115770"/>
          </a:xfrm>
          <a:prstGeom prst="rect">
            <a:avLst/>
          </a:prstGeom>
        </p:spPr>
      </p:pic>
      <p:sp>
        <p:nvSpPr>
          <p:cNvPr id="8" name="Google Shape;162;g10b11f501ca_0_306"/>
          <p:cNvSpPr/>
          <p:nvPr/>
        </p:nvSpPr>
        <p:spPr>
          <a:xfrm>
            <a:off x="10176095" y="5033195"/>
            <a:ext cx="1882555" cy="955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" lvl="0" algn="just">
              <a:buClr>
                <a:schemeClr val="dk1"/>
              </a:buClr>
              <a:buSzPts val="1400"/>
            </a:pPr>
            <a:r>
              <a:rPr lang="ru-RU" sz="1000" b="1" dirty="0">
                <a:solidFill>
                  <a:schemeClr val="bg1"/>
                </a:solidFill>
              </a:rPr>
              <a:t>Пример пластиковых </a:t>
            </a:r>
            <a:r>
              <a:rPr lang="ru-RU" sz="1000" b="1" dirty="0" smtClean="0">
                <a:solidFill>
                  <a:schemeClr val="bg1"/>
                </a:solidFill>
              </a:rPr>
              <a:t>разделителей </a:t>
            </a:r>
            <a:r>
              <a:rPr lang="ru-RU" sz="1000" b="1" dirty="0">
                <a:solidFill>
                  <a:schemeClr val="bg1"/>
                </a:solidFill>
              </a:rPr>
              <a:t>для </a:t>
            </a:r>
            <a:r>
              <a:rPr lang="ru-RU" sz="1000" b="1" dirty="0" smtClean="0">
                <a:solidFill>
                  <a:schemeClr val="bg1"/>
                </a:solidFill>
              </a:rPr>
              <a:t>разделения документов</a:t>
            </a:r>
            <a:endParaRPr sz="11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60;g10b11f501ca_0_306"/>
          <p:cNvSpPr/>
          <p:nvPr/>
        </p:nvSpPr>
        <p:spPr>
          <a:xfrm>
            <a:off x="10408432" y="1826890"/>
            <a:ext cx="1826625" cy="83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" lvl="0" algn="just">
              <a:buClr>
                <a:schemeClr val="dk1"/>
              </a:buClr>
              <a:buSzPts val="1400"/>
            </a:pPr>
            <a:r>
              <a:rPr lang="ru-RU" sz="1000" b="1" dirty="0" smtClean="0">
                <a:solidFill>
                  <a:schemeClr val="bg1"/>
                </a:solidFill>
              </a:rPr>
              <a:t>Пример папок для оформления документов с шириной корешка 7 см</a:t>
            </a:r>
            <a:endParaRPr lang="ru-RU" sz="1000" b="1" dirty="0">
              <a:solidFill>
                <a:schemeClr val="bg1"/>
              </a:solidFill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1" i="0" u="none" strike="noStrike" cap="none" dirty="0">
              <a:solidFill>
                <a:srgbClr val="008C9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60;g10b11f501ca_0_306"/>
          <p:cNvSpPr/>
          <p:nvPr/>
        </p:nvSpPr>
        <p:spPr>
          <a:xfrm>
            <a:off x="10297480" y="3372186"/>
            <a:ext cx="1907263" cy="83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" lvl="0" algn="just">
              <a:buClr>
                <a:schemeClr val="dk1"/>
              </a:buClr>
              <a:buSzPts val="1400"/>
            </a:pPr>
            <a:r>
              <a:rPr lang="ru-RU" sz="1000" b="1" dirty="0" smtClean="0">
                <a:solidFill>
                  <a:schemeClr val="bg1"/>
                </a:solidFill>
              </a:rPr>
              <a:t>Пример папок для оформления документов с шириной корешка 3,5 см</a:t>
            </a:r>
            <a:endParaRPr lang="ru-RU" sz="1000" b="1" dirty="0">
              <a:solidFill>
                <a:schemeClr val="bg1"/>
              </a:solidFill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1" i="0" u="none" strike="noStrike" cap="none" dirty="0">
              <a:solidFill>
                <a:srgbClr val="008C9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348" y="3125104"/>
            <a:ext cx="1081084" cy="108108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978" y="1783604"/>
            <a:ext cx="1108601" cy="1108601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805" y="610263"/>
            <a:ext cx="1142880" cy="114288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1053" y="610263"/>
            <a:ext cx="1204002" cy="1204002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649" y="3406367"/>
            <a:ext cx="1093936" cy="109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4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ctrTitle"/>
          </p:nvPr>
        </p:nvSpPr>
        <p:spPr>
          <a:xfrm>
            <a:off x="464719" y="96257"/>
            <a:ext cx="11381538" cy="763551"/>
          </a:xfrm>
        </p:spPr>
        <p:txBody>
          <a:bodyPr>
            <a:noAutofit/>
          </a:bodyPr>
          <a:lstStyle/>
          <a:p>
            <a:pPr marL="12700" algn="ctr">
              <a:buSzPts val="1600"/>
            </a:pPr>
            <a:r>
              <a:rPr lang="ru-RU" sz="2000" u="sng" dirty="0"/>
              <a:t>ТРЕБОВАНИЯ К </a:t>
            </a:r>
            <a:r>
              <a:rPr lang="ru-RU" sz="2000" u="sng" dirty="0" smtClean="0"/>
              <a:t>ОФОРМЛЕНИЮ И ПРЕДОСТАВЛЕНИЮ </a:t>
            </a:r>
            <a:r>
              <a:rPr lang="ru-RU" sz="2000" u="sng" dirty="0"/>
              <a:t>ФИНАЛЬНОГО КОМПЛЕКТА ДОКУМЕНТАЦИИ </a:t>
            </a:r>
            <a:r>
              <a:rPr lang="ru-RU" sz="2000" u="sng" dirty="0" smtClean="0"/>
              <a:t>ПОСТАВЩИКА</a:t>
            </a:r>
            <a:endParaRPr lang="ru-RU" sz="2000" u="sng" dirty="0"/>
          </a:p>
        </p:txBody>
      </p:sp>
      <p:sp>
        <p:nvSpPr>
          <p:cNvPr id="7" name="Текст 2"/>
          <p:cNvSpPr>
            <a:spLocks noGrp="1"/>
          </p:cNvSpPr>
          <p:nvPr>
            <p:ph type="body" sz="quarter" idx="10"/>
          </p:nvPr>
        </p:nvSpPr>
        <p:spPr>
          <a:xfrm>
            <a:off x="325939" y="859809"/>
            <a:ext cx="11589835" cy="5369542"/>
          </a:xfrm>
        </p:spPr>
        <p:txBody>
          <a:bodyPr/>
          <a:lstStyle/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При </a:t>
            </a:r>
            <a:r>
              <a:rPr lang="ru-RU" sz="1200" dirty="0"/>
              <a:t>размещении широкоформатных чертежей (формат превышающий A4) необходимо выполнить </a:t>
            </a:r>
            <a:r>
              <a:rPr lang="ru-RU" sz="1200" dirty="0" smtClean="0"/>
              <a:t>фальцовку. Угловой </a:t>
            </a:r>
            <a:r>
              <a:rPr lang="ru-RU" sz="1200" dirty="0"/>
              <a:t>штамп чертежа при этом должен быть виден в правом нижнем </a:t>
            </a:r>
            <a:r>
              <a:rPr lang="ru-RU" sz="1200" dirty="0" smtClean="0"/>
              <a:t>углу.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Папки </a:t>
            </a:r>
            <a:r>
              <a:rPr lang="ru-RU" sz="1200" dirty="0"/>
              <a:t>должны быть оформлены титульным листом и корешком </a:t>
            </a:r>
            <a:r>
              <a:rPr lang="ru-RU" sz="1200" dirty="0" smtClean="0"/>
              <a:t>по образцу Заказчика (см. слайд 4), а также включать опись </a:t>
            </a:r>
            <a:r>
              <a:rPr lang="ru-RU" sz="1200" dirty="0"/>
              <a:t>вложенной документации </a:t>
            </a:r>
            <a:r>
              <a:rPr lang="ru-RU" sz="1200" dirty="0" smtClean="0"/>
              <a:t>(реестр) в </a:t>
            </a:r>
            <a:r>
              <a:rPr lang="ru-RU" sz="1200" dirty="0"/>
              <a:t>самом начале папки </a:t>
            </a:r>
            <a:r>
              <a:rPr lang="ru-RU" sz="1200" dirty="0" smtClean="0"/>
              <a:t>(см. слайд 4).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Листы в папках должны быть пронумерованы, их количество должно соответствовать описи (реестру) в начале папки, при этом сама опись </a:t>
            </a:r>
            <a:r>
              <a:rPr lang="ru-RU" sz="1200" dirty="0"/>
              <a:t>не </a:t>
            </a:r>
            <a:r>
              <a:rPr lang="ru-RU" sz="1200" dirty="0" smtClean="0"/>
              <a:t>нумеруется. При двухсторонней печати документов прописывается </a:t>
            </a:r>
            <a:r>
              <a:rPr lang="ru-RU" sz="1200" u="sng" dirty="0" smtClean="0"/>
              <a:t>фактическое количество листов в бумаге</a:t>
            </a:r>
            <a:r>
              <a:rPr lang="ru-RU" sz="1200" dirty="0" smtClean="0"/>
              <a:t> и в данном случае допускается расхождение количества листов с электронной версией.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В </a:t>
            </a:r>
            <a:r>
              <a:rPr lang="ru-RU" sz="1200" dirty="0"/>
              <a:t>случае, когда один документ разделен на несколько папок, необходимо нумеровать папки по типу: Том </a:t>
            </a:r>
            <a:r>
              <a:rPr lang="ru-RU" sz="1200" dirty="0" smtClean="0"/>
              <a:t>1 из …, </a:t>
            </a:r>
            <a:r>
              <a:rPr lang="ru-RU" sz="1200" dirty="0"/>
              <a:t>Том </a:t>
            </a:r>
            <a:r>
              <a:rPr lang="ru-RU" sz="1200" dirty="0" smtClean="0"/>
              <a:t>2 из …, </a:t>
            </a:r>
            <a:r>
              <a:rPr lang="ru-RU" sz="1200" dirty="0"/>
              <a:t>Том </a:t>
            </a:r>
            <a:r>
              <a:rPr lang="ru-RU" sz="1200" dirty="0" smtClean="0"/>
              <a:t>3 из … (… - количество томов данного документа </a:t>
            </a:r>
            <a:r>
              <a:rPr lang="ru-RU" sz="1200" u="sng" dirty="0" smtClean="0"/>
              <a:t>всего</a:t>
            </a:r>
            <a:r>
              <a:rPr lang="ru-RU" sz="1200" dirty="0" smtClean="0"/>
              <a:t>) </a:t>
            </a:r>
            <a:r>
              <a:rPr lang="ru-RU" sz="1200" dirty="0"/>
              <a:t>и </a:t>
            </a:r>
            <a:r>
              <a:rPr lang="ru-RU" sz="1200" dirty="0" smtClean="0"/>
              <a:t>т.д., опись в этом случае допускается общая на весь документ, но должна быть вложена в начале каждого тома либо своя для каждого тома.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Отдел технического документооборота (далее – ТДО) Заказчика принимает документацию по акту приёма-передачи (далее – Акт ППД) с подписью ответственного лица поставщика за проверку полноты данных и передачу документа. Подпись ответственного лица от отдела ТДО Заказчика ставится только после проверки документации и отсутствия замечаний. Поставщику направляется скан-копия подписанного  документа по электронной почте.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Замечания (при наличии) устраняет </a:t>
            </a:r>
            <a:r>
              <a:rPr lang="ru-RU" sz="1200" dirty="0"/>
              <a:t>п</a:t>
            </a:r>
            <a:r>
              <a:rPr lang="ru-RU" sz="1200" dirty="0" smtClean="0"/>
              <a:t>оставщик и повторно отправляет корректный документ/пакет документов в отдел ТДО Заказчика.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/>
              <a:t>Поставщик отправляет папки </a:t>
            </a:r>
            <a:r>
              <a:rPr lang="ru-RU" sz="1200" u="sng" dirty="0" smtClean="0"/>
              <a:t>на площадку объекта «ДГП-2»</a:t>
            </a:r>
            <a:r>
              <a:rPr lang="ru-RU" sz="1200" dirty="0" smtClean="0"/>
              <a:t> нарочным/курьерской доставкой/ транспортной компанией по адресу (НЕ ПОЧТОВОЕ ОТДЕЛЕНИЕ!):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52000">
              <a:buClr>
                <a:schemeClr val="bg1"/>
              </a:buClr>
            </a:pPr>
            <a:r>
              <a:rPr lang="ru-RU" sz="1200" b="1" u="sng" dirty="0" smtClean="0">
                <a:cs typeface="Arial" panose="020B0604020202020204" pitchFamily="34" charset="0"/>
              </a:rPr>
              <a:t>626150, Тюменская область, г. Тобольск, ул. </a:t>
            </a:r>
            <a:r>
              <a:rPr lang="ru-RU" sz="1200" b="1" u="sng" dirty="0" err="1" smtClean="0">
                <a:cs typeface="Arial" panose="020B0604020202020204" pitchFamily="34" charset="0"/>
              </a:rPr>
              <a:t>Промзона</a:t>
            </a:r>
            <a:r>
              <a:rPr lang="ru-RU" sz="1200" b="1" u="sng" dirty="0" smtClean="0">
                <a:cs typeface="Arial" panose="020B0604020202020204" pitchFamily="34" charset="0"/>
              </a:rPr>
              <a:t>, АБК 1 Полимер, кабинет 84. </a:t>
            </a:r>
          </a:p>
          <a:p>
            <a:pPr marL="252000">
              <a:buClr>
                <a:schemeClr val="bg1"/>
              </a:buClr>
            </a:pPr>
            <a:r>
              <a:rPr lang="ru-RU" sz="1200" b="1" u="sng" dirty="0" smtClean="0">
                <a:cs typeface="Arial" panose="020B0604020202020204" pitchFamily="34" charset="0"/>
              </a:rPr>
              <a:t>Получатель: Кадникова Алёна Игоревна, моб. тел.: 8 (9</a:t>
            </a:r>
            <a:r>
              <a:rPr lang="en-US" sz="1200" b="1" u="sng" dirty="0" smtClean="0">
                <a:cs typeface="Arial" panose="020B0604020202020204" pitchFamily="34" charset="0"/>
              </a:rPr>
              <a:t>08</a:t>
            </a:r>
            <a:r>
              <a:rPr lang="ru-RU" sz="1200" b="1" u="sng" dirty="0" smtClean="0">
                <a:cs typeface="Arial" panose="020B0604020202020204" pitchFamily="34" charset="0"/>
              </a:rPr>
              <a:t>) </a:t>
            </a:r>
            <a:r>
              <a:rPr lang="en-US" sz="1200" b="1" u="sng" dirty="0" smtClean="0">
                <a:cs typeface="Arial" panose="020B0604020202020204" pitchFamily="34" charset="0"/>
              </a:rPr>
              <a:t>878</a:t>
            </a:r>
            <a:r>
              <a:rPr lang="ru-RU" sz="1200" b="1" u="sng" dirty="0" smtClean="0">
                <a:cs typeface="Arial" panose="020B0604020202020204" pitchFamily="34" charset="0"/>
              </a:rPr>
              <a:t>-</a:t>
            </a:r>
            <a:r>
              <a:rPr lang="en-US" sz="1200" b="1" u="sng" dirty="0" smtClean="0">
                <a:cs typeface="Arial" panose="020B0604020202020204" pitchFamily="34" charset="0"/>
              </a:rPr>
              <a:t>5110</a:t>
            </a:r>
            <a:r>
              <a:rPr lang="ru-RU" sz="1200" b="1" u="sng" dirty="0" smtClean="0">
                <a:cs typeface="Arial" panose="020B0604020202020204" pitchFamily="34" charset="0"/>
              </a:rPr>
              <a:t>; </a:t>
            </a:r>
            <a:br>
              <a:rPr lang="ru-RU" sz="1200" b="1" u="sng" dirty="0" smtClean="0">
                <a:cs typeface="Arial" panose="020B0604020202020204" pitchFamily="34" charset="0"/>
              </a:rPr>
            </a:br>
            <a:r>
              <a:rPr lang="ru-RU" sz="1200" b="1" u="sng" dirty="0" smtClean="0">
                <a:cs typeface="Arial" panose="020B0604020202020204" pitchFamily="34" charset="0"/>
              </a:rPr>
              <a:t>Громыхалова Елена Викторовна, моб. тел.: 8 (925) 170-2503; </a:t>
            </a:r>
            <a:br>
              <a:rPr lang="ru-RU" sz="1200" b="1" u="sng" dirty="0" smtClean="0">
                <a:cs typeface="Arial" panose="020B0604020202020204" pitchFamily="34" charset="0"/>
              </a:rPr>
            </a:br>
            <a:r>
              <a:rPr lang="ru-RU" sz="1200" b="1" u="sng" dirty="0" smtClean="0">
                <a:cs typeface="Arial" panose="020B0604020202020204" pitchFamily="34" charset="0"/>
              </a:rPr>
              <a:t>Егорова Ольга Геннадьевна, моб. тел.: 8 (982) 770-9433.</a:t>
            </a:r>
            <a:endParaRPr lang="ru-RU" sz="1200" b="1" u="sng" dirty="0">
              <a:cs typeface="Arial" panose="020B0604020202020204" pitchFamily="34" charset="0"/>
            </a:endParaRPr>
          </a:p>
          <a:p>
            <a:pPr marL="216000"/>
            <a:endParaRPr lang="ru-RU" sz="1200" b="1" u="sng" dirty="0">
              <a:cs typeface="Arial" panose="020B0604020202020204" pitchFamily="34" charset="0"/>
            </a:endParaRPr>
          </a:p>
          <a:p>
            <a:pPr marL="216000"/>
            <a:r>
              <a:rPr lang="ru-RU" sz="1200" b="1" u="sng" dirty="0">
                <a:cs typeface="Arial" panose="020B0604020202020204" pitchFamily="34" charset="0"/>
              </a:rPr>
              <a:t>ВАЖНО!!! Перед каждой отправкой необходимо уточнить адрес и получателя.</a:t>
            </a:r>
          </a:p>
          <a:p>
            <a:endParaRPr lang="ru-RU" sz="1200" b="1" dirty="0" smtClean="0">
              <a:cs typeface="Arial" panose="020B0604020202020204" pitchFamily="34" charset="0"/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ru-RU" sz="1200" dirty="0" smtClean="0">
                <a:cs typeface="Arial" panose="020B0604020202020204" pitchFamily="34" charset="0"/>
              </a:rPr>
              <a:t>Поставщик </a:t>
            </a:r>
            <a:r>
              <a:rPr lang="ru-RU" sz="1200" dirty="0">
                <a:cs typeface="Arial" panose="020B0604020202020204" pitchFamily="34" charset="0"/>
              </a:rPr>
              <a:t>направляет уведомление на </a:t>
            </a:r>
            <a:r>
              <a:rPr lang="ru-RU" sz="1200" dirty="0" smtClean="0">
                <a:cs typeface="Arial" panose="020B0604020202020204" pitchFamily="34" charset="0"/>
              </a:rPr>
              <a:t>адреса эл</a:t>
            </a:r>
            <a:r>
              <a:rPr lang="ru-RU" sz="1200" dirty="0">
                <a:cs typeface="Arial" panose="020B0604020202020204" pitchFamily="34" charset="0"/>
              </a:rPr>
              <a:t>. </a:t>
            </a:r>
            <a:r>
              <a:rPr lang="ru-RU" sz="1200" dirty="0" smtClean="0">
                <a:cs typeface="Arial" panose="020B0604020202020204" pitchFamily="34" charset="0"/>
              </a:rPr>
              <a:t>почты: </a:t>
            </a:r>
            <a:r>
              <a:rPr lang="en-US" sz="1200" dirty="0" smtClean="0">
                <a:cs typeface="Arial" panose="020B0604020202020204" pitchFamily="34" charset="0"/>
              </a:rPr>
              <a:t>PDH2_PROJECT_UIO@sibur.ru</a:t>
            </a:r>
            <a:r>
              <a:rPr lang="ru-RU" sz="1200" dirty="0" smtClean="0">
                <a:cs typeface="Arial" panose="020B0604020202020204" pitchFamily="34" charset="0"/>
              </a:rPr>
              <a:t>; </a:t>
            </a:r>
            <a:r>
              <a:rPr lang="en-US" sz="1200" dirty="0" smtClean="0">
                <a:solidFill>
                  <a:schemeClr val="tx1"/>
                </a:solidFill>
                <a:cs typeface="Arial" panose="020B0604020202020204" pitchFamily="34" charset="0"/>
                <a:hlinkClick r:id="rId2"/>
              </a:rPr>
              <a:t>kadnikovaai@tobolsk.sibur.ru</a:t>
            </a:r>
            <a:r>
              <a:rPr lang="ru-RU" sz="1200" dirty="0">
                <a:cs typeface="Arial" panose="020B0604020202020204" pitchFamily="34" charset="0"/>
              </a:rPr>
              <a:t>; </a:t>
            </a:r>
            <a:r>
              <a:rPr lang="en-US" sz="1200" dirty="0" smtClean="0">
                <a:cs typeface="Arial" panose="020B0604020202020204" pitchFamily="34" charset="0"/>
                <a:hlinkClick r:id="rId3"/>
              </a:rPr>
              <a:t>gromykhalovaev@tobolsk.sibur.ru</a:t>
            </a:r>
            <a:r>
              <a:rPr lang="ru-RU" sz="1200" dirty="0">
                <a:cs typeface="Arial" panose="020B0604020202020204" pitchFamily="34" charset="0"/>
              </a:rPr>
              <a:t>; </a:t>
            </a:r>
            <a:r>
              <a:rPr lang="en-US" sz="1200" dirty="0" smtClean="0">
                <a:cs typeface="Arial" panose="020B0604020202020204" pitchFamily="34" charset="0"/>
                <a:hlinkClick r:id="rId4"/>
              </a:rPr>
              <a:t>egorovaog@tobolsk.sibur.ru</a:t>
            </a:r>
            <a:r>
              <a:rPr lang="ru-RU" sz="1200" dirty="0" smtClean="0">
                <a:cs typeface="Arial" panose="020B0604020202020204" pitchFamily="34" charset="0"/>
              </a:rPr>
              <a:t> о </a:t>
            </a:r>
            <a:r>
              <a:rPr lang="ru-RU" sz="1200" dirty="0">
                <a:cs typeface="Arial" panose="020B0604020202020204" pitchFamily="34" charset="0"/>
              </a:rPr>
              <a:t>каждой отправке бумажной документации с описью направляемой документации, указанием даты и способа </a:t>
            </a:r>
            <a:r>
              <a:rPr lang="ru-RU" sz="1200" dirty="0" smtClean="0">
                <a:cs typeface="Arial" panose="020B0604020202020204" pitchFamily="34" charset="0"/>
              </a:rPr>
              <a:t>отправки </a:t>
            </a:r>
            <a:br>
              <a:rPr lang="ru-RU" sz="1200" dirty="0" smtClean="0">
                <a:cs typeface="Arial" panose="020B0604020202020204" pitchFamily="34" charset="0"/>
              </a:rPr>
            </a:br>
            <a:r>
              <a:rPr lang="ru-RU" sz="1200" dirty="0" smtClean="0">
                <a:cs typeface="Arial" panose="020B0604020202020204" pitchFamily="34" charset="0"/>
              </a:rPr>
              <a:t>не позднее, чем за 2 рабочих дня до предполагаемой даты доставки.</a:t>
            </a:r>
            <a:endParaRPr lang="ru-RU" sz="1200" dirty="0">
              <a:cs typeface="Arial" panose="020B0604020202020204" pitchFamily="34" charset="0"/>
            </a:endParaRP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38023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30784" y="139700"/>
            <a:ext cx="11282849" cy="917575"/>
          </a:xfrm>
        </p:spPr>
        <p:txBody>
          <a:bodyPr>
            <a:normAutofit/>
          </a:bodyPr>
          <a:lstStyle/>
          <a:p>
            <a:pPr algn="ctr"/>
            <a:r>
              <a:rPr lang="ru-RU" sz="3600" u="sng" dirty="0" smtClean="0"/>
              <a:t>Образцы</a:t>
            </a:r>
            <a:endParaRPr lang="ru-RU" sz="3600" u="sng" dirty="0"/>
          </a:p>
        </p:txBody>
      </p:sp>
      <p:sp>
        <p:nvSpPr>
          <p:cNvPr id="11" name="TextBox 10"/>
          <p:cNvSpPr txBox="1"/>
          <p:nvPr/>
        </p:nvSpPr>
        <p:spPr>
          <a:xfrm>
            <a:off x="2159183" y="1250531"/>
            <a:ext cx="300336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ru-RU" sz="1400" dirty="0" smtClean="0">
                <a:solidFill>
                  <a:schemeClr val="bg1"/>
                </a:solidFill>
              </a:rPr>
              <a:t>Образец титульного листа </a:t>
            </a:r>
            <a:br>
              <a:rPr lang="ru-RU" sz="1400" dirty="0" smtClean="0">
                <a:solidFill>
                  <a:schemeClr val="bg1"/>
                </a:solidFill>
              </a:rPr>
            </a:br>
            <a:r>
              <a:rPr lang="ru-RU" sz="1400" dirty="0" smtClean="0">
                <a:solidFill>
                  <a:schemeClr val="bg1"/>
                </a:solidFill>
              </a:rPr>
              <a:t>и корешка с информацией </a:t>
            </a:r>
            <a:br>
              <a:rPr lang="ru-RU" sz="1400" dirty="0" smtClean="0">
                <a:solidFill>
                  <a:schemeClr val="bg1"/>
                </a:solidFill>
              </a:rPr>
            </a:br>
            <a:r>
              <a:rPr lang="ru-RU" sz="1400" dirty="0" smtClean="0">
                <a:solidFill>
                  <a:schemeClr val="bg1"/>
                </a:solidFill>
              </a:rPr>
              <a:t>на русском/английском языках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7097" y="3977388"/>
            <a:ext cx="30801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ru-RU" sz="1400" dirty="0" smtClean="0">
                <a:solidFill>
                  <a:schemeClr val="bg1"/>
                </a:solidFill>
              </a:rPr>
              <a:t>Образец внутренней описи документов в папке (реестр)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0063" y="5664212"/>
            <a:ext cx="322897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400" dirty="0" smtClean="0">
                <a:solidFill>
                  <a:schemeClr val="bg1"/>
                </a:solidFill>
              </a:rPr>
              <a:t>Образец акта приема-передачи документов</a:t>
            </a:r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237897"/>
              </p:ext>
            </p:extLst>
          </p:nvPr>
        </p:nvGraphicFramePr>
        <p:xfrm>
          <a:off x="430784" y="3977388"/>
          <a:ext cx="1380327" cy="875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3" name="Лист" showAsIcon="1" r:id="rId3" imgW="914400" imgH="771480" progId="Excel.Sheet.12">
                  <p:embed/>
                </p:oleObj>
              </mc:Choice>
              <mc:Fallback>
                <p:oleObj name="Лист" showAsIcon="1" r:id="rId3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0784" y="3977388"/>
                        <a:ext cx="1380327" cy="875004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082868" y="2640577"/>
            <a:ext cx="300336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ru-RU" sz="1400" dirty="0" smtClean="0">
                <a:solidFill>
                  <a:schemeClr val="bg1"/>
                </a:solidFill>
              </a:rPr>
              <a:t>Образец титульного листа </a:t>
            </a:r>
            <a:br>
              <a:rPr lang="ru-RU" sz="1400" dirty="0" smtClean="0">
                <a:solidFill>
                  <a:schemeClr val="bg1"/>
                </a:solidFill>
              </a:rPr>
            </a:br>
            <a:r>
              <a:rPr lang="ru-RU" sz="1400" dirty="0" smtClean="0">
                <a:solidFill>
                  <a:schemeClr val="bg1"/>
                </a:solidFill>
              </a:rPr>
              <a:t>и корешка с информацией на русском языке</a:t>
            </a: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218726"/>
              </p:ext>
            </p:extLst>
          </p:nvPr>
        </p:nvGraphicFramePr>
        <p:xfrm>
          <a:off x="430784" y="2640577"/>
          <a:ext cx="1380327" cy="992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4" name="Документ" showAsIcon="1" r:id="rId5" imgW="914400" imgH="771480" progId="Word.Document.12">
                  <p:embed/>
                </p:oleObj>
              </mc:Choice>
              <mc:Fallback>
                <p:oleObj name="Документ" showAsIcon="1" r:id="rId5" imgW="91440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0784" y="2640577"/>
                        <a:ext cx="1380327" cy="992429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3446370"/>
              </p:ext>
            </p:extLst>
          </p:nvPr>
        </p:nvGraphicFramePr>
        <p:xfrm>
          <a:off x="430784" y="1002202"/>
          <a:ext cx="1380327" cy="992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5" name="Документ" showAsIcon="1" r:id="rId7" imgW="914400" imgH="771480" progId="Word.Document.12">
                  <p:embed/>
                </p:oleObj>
              </mc:Choice>
              <mc:Fallback>
                <p:oleObj name="Документ" showAsIcon="1" r:id="rId7" imgW="91440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784" y="1002202"/>
                        <a:ext cx="1380327" cy="99243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533513"/>
              </p:ext>
            </p:extLst>
          </p:nvPr>
        </p:nvGraphicFramePr>
        <p:xfrm>
          <a:off x="430784" y="5493892"/>
          <a:ext cx="1380327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6" name="Лист" showAsIcon="1" r:id="rId9" imgW="914400" imgH="771480" progId="Excel.Sheet.12">
                  <p:embed/>
                </p:oleObj>
              </mc:Choice>
              <mc:Fallback>
                <p:oleObj name="Лист" showAsIcon="1" r:id="rId9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0784" y="5493892"/>
                        <a:ext cx="1380327" cy="77152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063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1"/>
          </p:nvPr>
        </p:nvSpPr>
        <p:spPr>
          <a:xfrm>
            <a:off x="1164167" y="163317"/>
            <a:ext cx="8977207" cy="461080"/>
          </a:xfrm>
        </p:spPr>
        <p:txBody>
          <a:bodyPr/>
          <a:lstStyle/>
          <a:p>
            <a:pPr algn="ctr"/>
            <a:r>
              <a:rPr lang="ru-RU" sz="2000" dirty="0" smtClean="0"/>
              <a:t>ПЕРЕЧЕНЬ ДОКУМЕНТАЦИИ</a:t>
            </a:r>
            <a:endParaRPr lang="ru-RU" sz="2000" dirty="0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345580"/>
              </p:ext>
            </p:extLst>
          </p:nvPr>
        </p:nvGraphicFramePr>
        <p:xfrm>
          <a:off x="495300" y="624397"/>
          <a:ext cx="11353800" cy="5557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name="Лист" r:id="rId3" imgW="12744342" imgH="10667897" progId="Excel.Sheet.12">
                  <p:embed/>
                </p:oleObj>
              </mc:Choice>
              <mc:Fallback>
                <p:oleObj name="Лист" r:id="rId3" imgW="12744342" imgH="1066789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300" y="624397"/>
                        <a:ext cx="11353800" cy="555732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10740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jTIugqSyCrbpzOiANfX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jTIugqSyCrbpzOiANfX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NEW RU 16x9">
  <a:themeElements>
    <a:clrScheme name="СИБУР NEW ОСНОВНЫЕ ЦВЕТА">
      <a:dk1>
        <a:srgbClr val="00313C"/>
      </a:dk1>
      <a:lt1>
        <a:sysClr val="window" lastClr="FFFFFF"/>
      </a:lt1>
      <a:dk2>
        <a:srgbClr val="00313C"/>
      </a:dk2>
      <a:lt2>
        <a:srgbClr val="77E2C3"/>
      </a:lt2>
      <a:accent1>
        <a:srgbClr val="008C95"/>
      </a:accent1>
      <a:accent2>
        <a:srgbClr val="003D4C"/>
      </a:accent2>
      <a:accent3>
        <a:srgbClr val="77E2C3"/>
      </a:accent3>
      <a:accent4>
        <a:srgbClr val="BFBFBF"/>
      </a:accent4>
      <a:accent5>
        <a:srgbClr val="000000"/>
      </a:accent5>
      <a:accent6>
        <a:srgbClr val="E04E39"/>
      </a:accent6>
      <a:hlink>
        <a:srgbClr val="008CFA"/>
      </a:hlink>
      <a:folHlink>
        <a:srgbClr val="006EC0"/>
      </a:folHlink>
    </a:clrScheme>
    <a:fontScheme name="Другая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Кутюр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  <a:extLst/>
      </a:spPr>
      <a:bodyPr vert="horz" wrap="square" lIns="72000" tIns="36000" rIns="72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none" lIns="0" tIns="0" rIns="0" bIns="0" rtlCol="0">
        <a:spAutoFit/>
      </a:bodyPr>
      <a:lstStyle>
        <a:defPPr>
          <a:defRPr sz="1400" dirty="0" err="1" smtClean="0">
            <a:solidFill>
              <a:schemeClr val="tx2"/>
            </a:solidFill>
          </a:defRPr>
        </a:defPPr>
      </a:lstStyle>
    </a:txDef>
  </a:objectDefaults>
  <a:extraClrSchemeLst>
    <a:extraClrScheme>
      <a:clrScheme name="Сеть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еть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еть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еть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еть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еть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еть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еть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еть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еть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еть 11">
        <a:dk1>
          <a:srgbClr val="000000"/>
        </a:dk1>
        <a:lt1>
          <a:srgbClr val="FFFFFF"/>
        </a:lt1>
        <a:dk2>
          <a:srgbClr val="008080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еть 12">
        <a:dk1>
          <a:srgbClr val="000000"/>
        </a:dk1>
        <a:lt1>
          <a:srgbClr val="FFFFFF"/>
        </a:lt1>
        <a:dk2>
          <a:srgbClr val="4D4D4D"/>
        </a:dk2>
        <a:lt2>
          <a:srgbClr val="808080"/>
        </a:lt2>
        <a:accent1>
          <a:srgbClr val="00808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8AB900"/>
        </a:accent6>
        <a:hlink>
          <a:srgbClr val="C0C0C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еть 13">
        <a:dk1>
          <a:srgbClr val="000000"/>
        </a:dk1>
        <a:lt1>
          <a:srgbClr val="FFFFFF"/>
        </a:lt1>
        <a:dk2>
          <a:srgbClr val="1C1C1C"/>
        </a:dk2>
        <a:lt2>
          <a:srgbClr val="808080"/>
        </a:lt2>
        <a:accent1>
          <a:srgbClr val="00808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8AB900"/>
        </a:accent6>
        <a:hlink>
          <a:srgbClr val="C0C0C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еть 14">
        <a:dk1>
          <a:srgbClr val="000000"/>
        </a:dk1>
        <a:lt1>
          <a:srgbClr val="FFFFFF"/>
        </a:lt1>
        <a:dk2>
          <a:srgbClr val="1C1C1C"/>
        </a:dk2>
        <a:lt2>
          <a:srgbClr val="808080"/>
        </a:lt2>
        <a:accent1>
          <a:srgbClr val="00808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E78A00"/>
        </a:accent6>
        <a:hlink>
          <a:srgbClr val="C0C0C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еть 15">
        <a:dk1>
          <a:srgbClr val="000000"/>
        </a:dk1>
        <a:lt1>
          <a:srgbClr val="FFFFFF"/>
        </a:lt1>
        <a:dk2>
          <a:srgbClr val="008080"/>
        </a:dk2>
        <a:lt2>
          <a:srgbClr val="808080"/>
        </a:lt2>
        <a:accent1>
          <a:srgbClr val="00808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8AB900"/>
        </a:accent6>
        <a:hlink>
          <a:srgbClr val="C0C0C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еть 16">
        <a:dk1>
          <a:srgbClr val="000000"/>
        </a:dk1>
        <a:lt1>
          <a:srgbClr val="FFFFFF"/>
        </a:lt1>
        <a:dk2>
          <a:srgbClr val="080808"/>
        </a:dk2>
        <a:lt2>
          <a:srgbClr val="808080"/>
        </a:lt2>
        <a:accent1>
          <a:srgbClr val="00808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8AB900"/>
        </a:accent6>
        <a:hlink>
          <a:srgbClr val="C0C0C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EW RU 16x9" id="{5A524669-60B7-48EF-9BF5-8CE0B501490A}" vid="{3EFD89AC-184C-4F09-8706-282BC5C773F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938</Words>
  <Application>Microsoft Office PowerPoint</Application>
  <PresentationFormat>Широкоэкранный</PresentationFormat>
  <Paragraphs>36</Paragraphs>
  <Slides>5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4</vt:i4>
      </vt:variant>
      <vt:variant>
        <vt:lpstr>Заголовки слайдов</vt:lpstr>
      </vt:variant>
      <vt:variant>
        <vt:i4>5</vt:i4>
      </vt:variant>
    </vt:vector>
  </HeadingPairs>
  <TitlesOfParts>
    <vt:vector size="14" baseType="lpstr">
      <vt:lpstr>Arial</vt:lpstr>
      <vt:lpstr>Calibri</vt:lpstr>
      <vt:lpstr>Roboto</vt:lpstr>
      <vt:lpstr>Wingdings</vt:lpstr>
      <vt:lpstr>1_NEW RU 16x9</vt:lpstr>
      <vt:lpstr>Слайд think-cell</vt:lpstr>
      <vt:lpstr>Лист Microsoft Excel</vt:lpstr>
      <vt:lpstr>Документ Microsoft Word</vt:lpstr>
      <vt:lpstr>Лист</vt:lpstr>
      <vt:lpstr>Порядок оформления финального комплекта документации Поставщика на бумажном носителе. Проект ДГП-2</vt:lpstr>
      <vt:lpstr>ТРЕБОВАНИЯ К ОФОРМЛЕНИЮ И ПРЕДОСТАВЛЕНИЮ ФИНАЛЬНОГО КОМПЛЕКТА ДОКУМЕНТАЦИИ ПОСТАВЩИКА</vt:lpstr>
      <vt:lpstr>ТРЕБОВАНИЯ К ОФОРМЛЕНИЮ И ПРЕДОСТАВЛЕНИЮ ФИНАЛЬНОГО КОМПЛЕКТА ДОКУМЕНТАЦИИ ПОСТАВЩИКА</vt:lpstr>
      <vt:lpstr>Образцы</vt:lpstr>
      <vt:lpstr>Презентация PowerPoint</vt:lpstr>
    </vt:vector>
  </TitlesOfParts>
  <Company>SIBUR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Кадникова Алёна Игоревна</dc:creator>
  <cp:lastModifiedBy>Соколова Юлия Александровна</cp:lastModifiedBy>
  <cp:revision>52</cp:revision>
  <dcterms:created xsi:type="dcterms:W3CDTF">2024-06-21T08:36:21Z</dcterms:created>
  <dcterms:modified xsi:type="dcterms:W3CDTF">2025-05-16T13:49:46Z</dcterms:modified>
</cp:coreProperties>
</file>